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7"/>
  </p:notesMasterIdLst>
  <p:sldIdLst>
    <p:sldId id="256" r:id="rId2"/>
    <p:sldId id="296" r:id="rId3"/>
    <p:sldId id="263" r:id="rId4"/>
    <p:sldId id="262" r:id="rId5"/>
    <p:sldId id="269" r:id="rId6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8"/>
      <p:bold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Medium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9E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FC804E-8C6C-4052-A690-45683D2460BF}">
  <a:tblStyle styleId="{10FC804E-8C6C-4052-A690-45683D2460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E1B65D-D1D1-40BB-AC75-642A1419F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E4C26C-95AE-28EA-6A8D-3158150B46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42DFDFA-2333-44DA-8A92-772D6913CEA9}" type="slidenum">
              <a:t>2</a:t>
            </a:fld>
            <a:endParaRPr lang="es-UY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298BE0-1E33-643A-5D2F-51E10CA68B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450CAD-19D5-EE57-0D79-587F241F90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s-UY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12" name="Google Shape;12;p2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" name="Google Shape;22;p2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-501553" y="-179987"/>
            <a:ext cx="1767651" cy="1127846"/>
            <a:chOff x="-501553" y="-179987"/>
            <a:chExt cx="1767651" cy="1127846"/>
          </a:xfrm>
        </p:grpSpPr>
        <p:sp>
          <p:nvSpPr>
            <p:cNvPr id="209" name="Google Shape;209;p6"/>
            <p:cNvSpPr/>
            <p:nvPr/>
          </p:nvSpPr>
          <p:spPr>
            <a:xfrm>
              <a:off x="-501553" y="-179987"/>
              <a:ext cx="1126028" cy="1127846"/>
            </a:xfrm>
            <a:custGeom>
              <a:avLst/>
              <a:gdLst/>
              <a:ahLst/>
              <a:cxnLst/>
              <a:rect l="l" t="t" r="r" b="b"/>
              <a:pathLst>
                <a:path w="618" h="619" extrusionOk="0">
                  <a:moveTo>
                    <a:pt x="564" y="269"/>
                  </a:moveTo>
                  <a:cubicBezTo>
                    <a:pt x="568" y="292"/>
                    <a:pt x="568" y="315"/>
                    <a:pt x="566" y="337"/>
                  </a:cubicBezTo>
                  <a:lnTo>
                    <a:pt x="618" y="372"/>
                  </a:lnTo>
                  <a:lnTo>
                    <a:pt x="581" y="470"/>
                  </a:lnTo>
                  <a:lnTo>
                    <a:pt x="518" y="461"/>
                  </a:lnTo>
                  <a:cubicBezTo>
                    <a:pt x="505" y="479"/>
                    <a:pt x="489" y="496"/>
                    <a:pt x="471" y="511"/>
                  </a:cubicBezTo>
                  <a:lnTo>
                    <a:pt x="483" y="573"/>
                  </a:lnTo>
                  <a:lnTo>
                    <a:pt x="387" y="615"/>
                  </a:lnTo>
                  <a:lnTo>
                    <a:pt x="350" y="564"/>
                  </a:lnTo>
                  <a:cubicBezTo>
                    <a:pt x="327" y="568"/>
                    <a:pt x="304" y="569"/>
                    <a:pt x="281" y="566"/>
                  </a:cubicBezTo>
                  <a:lnTo>
                    <a:pt x="246" y="619"/>
                  </a:lnTo>
                  <a:lnTo>
                    <a:pt x="148" y="581"/>
                  </a:lnTo>
                  <a:lnTo>
                    <a:pt x="157" y="518"/>
                  </a:lnTo>
                  <a:cubicBezTo>
                    <a:pt x="139" y="505"/>
                    <a:pt x="122" y="489"/>
                    <a:pt x="108" y="471"/>
                  </a:cubicBezTo>
                  <a:lnTo>
                    <a:pt x="46" y="484"/>
                  </a:lnTo>
                  <a:lnTo>
                    <a:pt x="3" y="388"/>
                  </a:lnTo>
                  <a:lnTo>
                    <a:pt x="54" y="350"/>
                  </a:lnTo>
                  <a:cubicBezTo>
                    <a:pt x="50" y="327"/>
                    <a:pt x="50" y="304"/>
                    <a:pt x="52" y="281"/>
                  </a:cubicBezTo>
                  <a:lnTo>
                    <a:pt x="0" y="246"/>
                  </a:lnTo>
                  <a:lnTo>
                    <a:pt x="37" y="148"/>
                  </a:lnTo>
                  <a:lnTo>
                    <a:pt x="100" y="157"/>
                  </a:lnTo>
                  <a:cubicBezTo>
                    <a:pt x="113" y="139"/>
                    <a:pt x="129" y="122"/>
                    <a:pt x="147" y="108"/>
                  </a:cubicBezTo>
                  <a:lnTo>
                    <a:pt x="135" y="46"/>
                  </a:lnTo>
                  <a:lnTo>
                    <a:pt x="231" y="3"/>
                  </a:lnTo>
                  <a:lnTo>
                    <a:pt x="268" y="54"/>
                  </a:lnTo>
                  <a:cubicBezTo>
                    <a:pt x="291" y="50"/>
                    <a:pt x="314" y="50"/>
                    <a:pt x="337" y="52"/>
                  </a:cubicBezTo>
                  <a:lnTo>
                    <a:pt x="372" y="0"/>
                  </a:lnTo>
                  <a:lnTo>
                    <a:pt x="470" y="37"/>
                  </a:lnTo>
                  <a:lnTo>
                    <a:pt x="461" y="100"/>
                  </a:lnTo>
                  <a:cubicBezTo>
                    <a:pt x="479" y="113"/>
                    <a:pt x="496" y="129"/>
                    <a:pt x="510" y="147"/>
                  </a:cubicBezTo>
                  <a:lnTo>
                    <a:pt x="572" y="135"/>
                  </a:lnTo>
                  <a:lnTo>
                    <a:pt x="615" y="231"/>
                  </a:lnTo>
                  <a:lnTo>
                    <a:pt x="564" y="269"/>
                  </a:lnTo>
                  <a:moveTo>
                    <a:pt x="414" y="268"/>
                  </a:moveTo>
                  <a:cubicBezTo>
                    <a:pt x="388" y="211"/>
                    <a:pt x="322" y="186"/>
                    <a:pt x="265" y="211"/>
                  </a:cubicBezTo>
                  <a:cubicBezTo>
                    <a:pt x="208" y="236"/>
                    <a:pt x="183" y="303"/>
                    <a:pt x="208" y="359"/>
                  </a:cubicBezTo>
                  <a:cubicBezTo>
                    <a:pt x="233" y="416"/>
                    <a:pt x="300" y="442"/>
                    <a:pt x="356" y="417"/>
                  </a:cubicBezTo>
                  <a:cubicBezTo>
                    <a:pt x="413" y="391"/>
                    <a:pt x="439" y="325"/>
                    <a:pt x="414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"/>
            <p:cNvGrpSpPr/>
            <p:nvPr/>
          </p:nvGrpSpPr>
          <p:grpSpPr>
            <a:xfrm>
              <a:off x="848848" y="-107879"/>
              <a:ext cx="417250" cy="417248"/>
              <a:chOff x="8892173" y="3448146"/>
              <a:chExt cx="417250" cy="417248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" name="Google Shape;213;p6"/>
          <p:cNvGrpSpPr/>
          <p:nvPr/>
        </p:nvGrpSpPr>
        <p:grpSpPr>
          <a:xfrm>
            <a:off x="8414082" y="257187"/>
            <a:ext cx="1821923" cy="2073133"/>
            <a:chOff x="8414082" y="257187"/>
            <a:chExt cx="1821923" cy="2073133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8414082" y="1612434"/>
              <a:ext cx="1754642" cy="717886"/>
              <a:chOff x="-1340531" y="3895472"/>
              <a:chExt cx="1754642" cy="717886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6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-94525" y="-179977"/>
            <a:ext cx="9091337" cy="5451427"/>
            <a:chOff x="-94525" y="-179977"/>
            <a:chExt cx="9091337" cy="5451427"/>
          </a:xfrm>
        </p:grpSpPr>
        <p:grpSp>
          <p:nvGrpSpPr>
            <p:cNvPr id="242" name="Google Shape;242;p6"/>
            <p:cNvGrpSpPr/>
            <p:nvPr/>
          </p:nvGrpSpPr>
          <p:grpSpPr>
            <a:xfrm>
              <a:off x="-94525" y="4470314"/>
              <a:ext cx="814536" cy="801136"/>
              <a:chOff x="-94525" y="4470314"/>
              <a:chExt cx="814536" cy="801136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103525" y="4598377"/>
                <a:ext cx="616486" cy="67307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2" extrusionOk="0">
                    <a:moveTo>
                      <a:pt x="250" y="234"/>
                    </a:moveTo>
                    <a:cubicBezTo>
                      <a:pt x="292" y="216"/>
                      <a:pt x="322" y="173"/>
                      <a:pt x="322" y="122"/>
                    </a:cubicBezTo>
                    <a:cubicBezTo>
                      <a:pt x="323" y="55"/>
                      <a:pt x="272" y="0"/>
                      <a:pt x="209" y="0"/>
                    </a:cubicBezTo>
                    <a:cubicBezTo>
                      <a:pt x="146" y="-1"/>
                      <a:pt x="95" y="53"/>
                      <a:pt x="95" y="120"/>
                    </a:cubicBezTo>
                    <a:cubicBezTo>
                      <a:pt x="95" y="172"/>
                      <a:pt x="125" y="216"/>
                      <a:pt x="167" y="234"/>
                    </a:cubicBezTo>
                    <a:cubicBezTo>
                      <a:pt x="-8" y="260"/>
                      <a:pt x="0" y="450"/>
                      <a:pt x="0" y="450"/>
                    </a:cubicBezTo>
                    <a:lnTo>
                      <a:pt x="414" y="452"/>
                    </a:lnTo>
                    <a:cubicBezTo>
                      <a:pt x="414" y="452"/>
                      <a:pt x="424" y="260"/>
                      <a:pt x="250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79008" y="4470314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-94525" y="4492651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6"/>
            <p:cNvSpPr/>
            <p:nvPr/>
          </p:nvSpPr>
          <p:spPr>
            <a:xfrm>
              <a:off x="8624538" y="2634240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6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6"/>
            <p:cNvSpPr/>
            <p:nvPr/>
          </p:nvSpPr>
          <p:spPr>
            <a:xfrm>
              <a:off x="8740528" y="2744274"/>
              <a:ext cx="131041" cy="144443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2" y="96"/>
                  </a:moveTo>
                  <a:lnTo>
                    <a:pt x="29" y="96"/>
                  </a:lnTo>
                  <a:cubicBezTo>
                    <a:pt x="30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4" y="62"/>
                  </a:cubicBezTo>
                  <a:lnTo>
                    <a:pt x="53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7" y="97"/>
                    <a:pt x="59" y="97"/>
                  </a:cubicBezTo>
                  <a:lnTo>
                    <a:pt x="85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7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0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266" name="Google Shape;266;p8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8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8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8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8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321" name="Google Shape;321;p9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9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352" name="Google Shape;352;p9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6"/>
          <p:cNvSpPr txBox="1">
            <a:spLocks noGrp="1"/>
          </p:cNvSpPr>
          <p:nvPr>
            <p:ph type="subTitle" idx="1"/>
          </p:nvPr>
        </p:nvSpPr>
        <p:spPr>
          <a:xfrm>
            <a:off x="713225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16"/>
          <p:cNvSpPr txBox="1">
            <a:spLocks noGrp="1"/>
          </p:cNvSpPr>
          <p:nvPr>
            <p:ph type="subTitle" idx="2"/>
          </p:nvPr>
        </p:nvSpPr>
        <p:spPr>
          <a:xfrm>
            <a:off x="3345334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16"/>
          <p:cNvSpPr txBox="1">
            <a:spLocks noGrp="1"/>
          </p:cNvSpPr>
          <p:nvPr>
            <p:ph type="subTitle" idx="3"/>
          </p:nvPr>
        </p:nvSpPr>
        <p:spPr>
          <a:xfrm>
            <a:off x="5977452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16"/>
          <p:cNvSpPr txBox="1">
            <a:spLocks noGrp="1"/>
          </p:cNvSpPr>
          <p:nvPr>
            <p:ph type="subTitle" idx="4"/>
          </p:nvPr>
        </p:nvSpPr>
        <p:spPr>
          <a:xfrm>
            <a:off x="713225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22" name="Google Shape;522;p16"/>
          <p:cNvSpPr txBox="1">
            <a:spLocks noGrp="1"/>
          </p:cNvSpPr>
          <p:nvPr>
            <p:ph type="subTitle" idx="5"/>
          </p:nvPr>
        </p:nvSpPr>
        <p:spPr>
          <a:xfrm>
            <a:off x="3345339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23" name="Google Shape;523;p16"/>
          <p:cNvSpPr txBox="1">
            <a:spLocks noGrp="1"/>
          </p:cNvSpPr>
          <p:nvPr>
            <p:ph type="subTitle" idx="6"/>
          </p:nvPr>
        </p:nvSpPr>
        <p:spPr>
          <a:xfrm>
            <a:off x="5977452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24" name="Google Shape;524;p16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525" name="Google Shape;525;p16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16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528" name="Google Shape;528;p16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529" name="Google Shape;529;p1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6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1" name="Google Shape;541;p16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542" name="Google Shape;542;p1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1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16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556" name="Google Shape;556;p16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6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3" name="Google Shape;563;p16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564" name="Google Shape;564;p16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565" name="Google Shape;565;p16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9" name="Google Shape;569;p16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7"/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7"/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7"/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7"/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7"/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8" name="Google Shape;578;p17"/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9" name="Google Shape;579;p17"/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81" name="Google Shape;581;p17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582" name="Google Shape;582;p17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7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7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7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7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5" name="Google Shape;595;p17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596" name="Google Shape;596;p17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7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7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7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7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7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7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7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7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7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9" name="Google Shape;609;p17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610" name="Google Shape;610;p17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611" name="Google Shape;611;p17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3" name="Google Shape;613;p17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614" name="Google Shape;614;p17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615" name="Google Shape;615;p17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7" name="Google Shape;617;p17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7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7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1" name="Google Shape;621;p17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622" name="Google Shape;622;p17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729" name="Google Shape;729;p21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730" name="Google Shape;730;p21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21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743" name="Google Shape;743;p21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6" name="Google Shape;756;p21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757" name="Google Shape;757;p21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758" name="Google Shape;758;p21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21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761" name="Google Shape;761;p21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762" name="Google Shape;762;p21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1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4" name="Google Shape;764;p21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" name="Google Shape;768;p21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769" name="Google Shape;769;p21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2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773" name="Google Shape;773;p2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774" name="Google Shape;774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22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782" name="Google Shape;782;p22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4" name="Google Shape;794;p22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795" name="Google Shape;795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2" name="Google Shape;802;p22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803" name="Google Shape;803;p22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804" name="Google Shape;804;p22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2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808" name="Google Shape;808;p22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p22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810" name="Google Shape;810;p2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22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8E9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8" r:id="rId6"/>
    <p:sldLayoutId id="2147483662" r:id="rId7"/>
    <p:sldLayoutId id="2147483663" r:id="rId8"/>
    <p:sldLayoutId id="2147483667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6" name="Google Shape;826;p26"/>
          <p:cNvGrpSpPr/>
          <p:nvPr/>
        </p:nvGrpSpPr>
        <p:grpSpPr>
          <a:xfrm>
            <a:off x="210722" y="737208"/>
            <a:ext cx="3232319" cy="5109021"/>
            <a:chOff x="488808" y="370717"/>
            <a:chExt cx="3232319" cy="5109021"/>
          </a:xfrm>
        </p:grpSpPr>
        <p:sp>
          <p:nvSpPr>
            <p:cNvPr id="827" name="Google Shape;827;p26"/>
            <p:cNvSpPr/>
            <p:nvPr/>
          </p:nvSpPr>
          <p:spPr>
            <a:xfrm>
              <a:off x="1047185" y="771567"/>
              <a:ext cx="1656246" cy="3496504"/>
            </a:xfrm>
            <a:custGeom>
              <a:avLst/>
              <a:gdLst/>
              <a:ahLst/>
              <a:cxnLst/>
              <a:rect l="l" t="t" r="r" b="b"/>
              <a:pathLst>
                <a:path w="909" h="1919" extrusionOk="0">
                  <a:moveTo>
                    <a:pt x="746" y="0"/>
                  </a:moveTo>
                  <a:cubicBezTo>
                    <a:pt x="727" y="0"/>
                    <a:pt x="704" y="0"/>
                    <a:pt x="677" y="0"/>
                  </a:cubicBezTo>
                  <a:cubicBezTo>
                    <a:pt x="670" y="0"/>
                    <a:pt x="663" y="0"/>
                    <a:pt x="656" y="2"/>
                  </a:cubicBezTo>
                  <a:cubicBezTo>
                    <a:pt x="649" y="5"/>
                    <a:pt x="643" y="10"/>
                    <a:pt x="639" y="17"/>
                  </a:cubicBezTo>
                  <a:cubicBezTo>
                    <a:pt x="638" y="20"/>
                    <a:pt x="636" y="24"/>
                    <a:pt x="636" y="28"/>
                  </a:cubicBezTo>
                  <a:cubicBezTo>
                    <a:pt x="635" y="32"/>
                    <a:pt x="635" y="36"/>
                    <a:pt x="635" y="40"/>
                  </a:cubicBezTo>
                  <a:cubicBezTo>
                    <a:pt x="635" y="45"/>
                    <a:pt x="635" y="49"/>
                    <a:pt x="635" y="53"/>
                  </a:cubicBezTo>
                  <a:cubicBezTo>
                    <a:pt x="635" y="57"/>
                    <a:pt x="635" y="62"/>
                    <a:pt x="634" y="66"/>
                  </a:cubicBezTo>
                  <a:cubicBezTo>
                    <a:pt x="632" y="75"/>
                    <a:pt x="627" y="84"/>
                    <a:pt x="619" y="89"/>
                  </a:cubicBezTo>
                  <a:cubicBezTo>
                    <a:pt x="615" y="91"/>
                    <a:pt x="610" y="93"/>
                    <a:pt x="605" y="93"/>
                  </a:cubicBezTo>
                  <a:cubicBezTo>
                    <a:pt x="600" y="94"/>
                    <a:pt x="596" y="93"/>
                    <a:pt x="591" y="94"/>
                  </a:cubicBezTo>
                  <a:cubicBezTo>
                    <a:pt x="571" y="94"/>
                    <a:pt x="550" y="94"/>
                    <a:pt x="529" y="94"/>
                  </a:cubicBezTo>
                  <a:cubicBezTo>
                    <a:pt x="485" y="94"/>
                    <a:pt x="439" y="94"/>
                    <a:pt x="388" y="94"/>
                  </a:cubicBezTo>
                  <a:cubicBezTo>
                    <a:pt x="375" y="94"/>
                    <a:pt x="363" y="94"/>
                    <a:pt x="350" y="94"/>
                  </a:cubicBezTo>
                  <a:cubicBezTo>
                    <a:pt x="346" y="94"/>
                    <a:pt x="343" y="94"/>
                    <a:pt x="340" y="94"/>
                  </a:cubicBezTo>
                  <a:cubicBezTo>
                    <a:pt x="337" y="94"/>
                    <a:pt x="333" y="93"/>
                    <a:pt x="330" y="93"/>
                  </a:cubicBezTo>
                  <a:cubicBezTo>
                    <a:pt x="323" y="91"/>
                    <a:pt x="317" y="87"/>
                    <a:pt x="313" y="82"/>
                  </a:cubicBezTo>
                  <a:cubicBezTo>
                    <a:pt x="308" y="77"/>
                    <a:pt x="305" y="70"/>
                    <a:pt x="304" y="63"/>
                  </a:cubicBezTo>
                  <a:cubicBezTo>
                    <a:pt x="304" y="60"/>
                    <a:pt x="304" y="56"/>
                    <a:pt x="304" y="53"/>
                  </a:cubicBezTo>
                  <a:lnTo>
                    <a:pt x="304" y="42"/>
                  </a:lnTo>
                  <a:cubicBezTo>
                    <a:pt x="304" y="35"/>
                    <a:pt x="304" y="28"/>
                    <a:pt x="302" y="22"/>
                  </a:cubicBezTo>
                  <a:cubicBezTo>
                    <a:pt x="299" y="16"/>
                    <a:pt x="295" y="10"/>
                    <a:pt x="289" y="6"/>
                  </a:cubicBezTo>
                  <a:cubicBezTo>
                    <a:pt x="284" y="2"/>
                    <a:pt x="277" y="0"/>
                    <a:pt x="269" y="0"/>
                  </a:cubicBezTo>
                  <a:lnTo>
                    <a:pt x="248" y="0"/>
                  </a:lnTo>
                  <a:cubicBezTo>
                    <a:pt x="233" y="0"/>
                    <a:pt x="218" y="0"/>
                    <a:pt x="203" y="0"/>
                  </a:cubicBezTo>
                  <a:cubicBezTo>
                    <a:pt x="173" y="0"/>
                    <a:pt x="142" y="0"/>
                    <a:pt x="110" y="0"/>
                  </a:cubicBezTo>
                  <a:cubicBezTo>
                    <a:pt x="94" y="0"/>
                    <a:pt x="78" y="3"/>
                    <a:pt x="64" y="9"/>
                  </a:cubicBezTo>
                  <a:cubicBezTo>
                    <a:pt x="49" y="16"/>
                    <a:pt x="35" y="26"/>
                    <a:pt x="25" y="38"/>
                  </a:cubicBezTo>
                  <a:cubicBezTo>
                    <a:pt x="14" y="51"/>
                    <a:pt x="7" y="66"/>
                    <a:pt x="3" y="82"/>
                  </a:cubicBezTo>
                  <a:cubicBezTo>
                    <a:pt x="2" y="86"/>
                    <a:pt x="2" y="91"/>
                    <a:pt x="1" y="95"/>
                  </a:cubicBezTo>
                  <a:cubicBezTo>
                    <a:pt x="1" y="98"/>
                    <a:pt x="0" y="102"/>
                    <a:pt x="0" y="105"/>
                  </a:cubicBezTo>
                  <a:lnTo>
                    <a:pt x="0" y="798"/>
                  </a:lnTo>
                  <a:cubicBezTo>
                    <a:pt x="0" y="807"/>
                    <a:pt x="0" y="816"/>
                    <a:pt x="0" y="825"/>
                  </a:cubicBezTo>
                  <a:cubicBezTo>
                    <a:pt x="0" y="853"/>
                    <a:pt x="0" y="882"/>
                    <a:pt x="0" y="910"/>
                  </a:cubicBezTo>
                  <a:lnTo>
                    <a:pt x="0" y="1810"/>
                  </a:lnTo>
                  <a:cubicBezTo>
                    <a:pt x="0" y="1821"/>
                    <a:pt x="1" y="1833"/>
                    <a:pt x="5" y="1844"/>
                  </a:cubicBezTo>
                  <a:cubicBezTo>
                    <a:pt x="11" y="1866"/>
                    <a:pt x="26" y="1887"/>
                    <a:pt x="46" y="1900"/>
                  </a:cubicBezTo>
                  <a:cubicBezTo>
                    <a:pt x="65" y="1914"/>
                    <a:pt x="89" y="1920"/>
                    <a:pt x="113" y="1919"/>
                  </a:cubicBezTo>
                  <a:cubicBezTo>
                    <a:pt x="137" y="1919"/>
                    <a:pt x="161" y="1919"/>
                    <a:pt x="185" y="1919"/>
                  </a:cubicBezTo>
                  <a:cubicBezTo>
                    <a:pt x="233" y="1919"/>
                    <a:pt x="281" y="1919"/>
                    <a:pt x="328" y="1919"/>
                  </a:cubicBezTo>
                  <a:cubicBezTo>
                    <a:pt x="422" y="1919"/>
                    <a:pt x="515" y="1919"/>
                    <a:pt x="606" y="1919"/>
                  </a:cubicBezTo>
                  <a:cubicBezTo>
                    <a:pt x="652" y="1919"/>
                    <a:pt x="697" y="1919"/>
                    <a:pt x="742" y="1919"/>
                  </a:cubicBezTo>
                  <a:cubicBezTo>
                    <a:pt x="764" y="1919"/>
                    <a:pt x="787" y="1920"/>
                    <a:pt x="809" y="1919"/>
                  </a:cubicBezTo>
                  <a:cubicBezTo>
                    <a:pt x="831" y="1918"/>
                    <a:pt x="852" y="1909"/>
                    <a:pt x="869" y="1896"/>
                  </a:cubicBezTo>
                  <a:cubicBezTo>
                    <a:pt x="877" y="1889"/>
                    <a:pt x="884" y="1881"/>
                    <a:pt x="890" y="1872"/>
                  </a:cubicBezTo>
                  <a:cubicBezTo>
                    <a:pt x="896" y="1863"/>
                    <a:pt x="900" y="1853"/>
                    <a:pt x="903" y="1843"/>
                  </a:cubicBezTo>
                  <a:cubicBezTo>
                    <a:pt x="907" y="1832"/>
                    <a:pt x="907" y="1822"/>
                    <a:pt x="907" y="1811"/>
                  </a:cubicBezTo>
                  <a:cubicBezTo>
                    <a:pt x="907" y="1800"/>
                    <a:pt x="907" y="1789"/>
                    <a:pt x="907" y="1779"/>
                  </a:cubicBezTo>
                  <a:cubicBezTo>
                    <a:pt x="907" y="1736"/>
                    <a:pt x="907" y="1693"/>
                    <a:pt x="907" y="1651"/>
                  </a:cubicBezTo>
                  <a:cubicBezTo>
                    <a:pt x="908" y="1316"/>
                    <a:pt x="908" y="1014"/>
                    <a:pt x="908" y="760"/>
                  </a:cubicBezTo>
                  <a:cubicBezTo>
                    <a:pt x="908" y="507"/>
                    <a:pt x="908" y="301"/>
                    <a:pt x="909" y="159"/>
                  </a:cubicBezTo>
                  <a:cubicBezTo>
                    <a:pt x="909" y="142"/>
                    <a:pt x="909" y="125"/>
                    <a:pt x="909" y="109"/>
                  </a:cubicBezTo>
                  <a:cubicBezTo>
                    <a:pt x="909" y="93"/>
                    <a:pt x="906" y="79"/>
                    <a:pt x="901" y="66"/>
                  </a:cubicBezTo>
                  <a:cubicBezTo>
                    <a:pt x="896" y="54"/>
                    <a:pt x="889" y="43"/>
                    <a:pt x="881" y="35"/>
                  </a:cubicBezTo>
                  <a:cubicBezTo>
                    <a:pt x="873" y="26"/>
                    <a:pt x="865" y="20"/>
                    <a:pt x="857" y="15"/>
                  </a:cubicBezTo>
                  <a:cubicBezTo>
                    <a:pt x="841" y="5"/>
                    <a:pt x="826" y="2"/>
                    <a:pt x="817" y="1"/>
                  </a:cubicBezTo>
                  <a:cubicBezTo>
                    <a:pt x="812" y="0"/>
                    <a:pt x="809" y="0"/>
                    <a:pt x="806" y="0"/>
                  </a:cubicBezTo>
                  <a:cubicBezTo>
                    <a:pt x="804" y="0"/>
                    <a:pt x="803" y="0"/>
                    <a:pt x="803" y="0"/>
                  </a:cubicBezTo>
                  <a:cubicBezTo>
                    <a:pt x="803" y="0"/>
                    <a:pt x="798" y="0"/>
                    <a:pt x="788" y="0"/>
                  </a:cubicBezTo>
                  <a:cubicBezTo>
                    <a:pt x="779" y="0"/>
                    <a:pt x="764" y="0"/>
                    <a:pt x="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1046626" y="769745"/>
              <a:ext cx="1658068" cy="3498326"/>
            </a:xfrm>
            <a:custGeom>
              <a:avLst/>
              <a:gdLst/>
              <a:ahLst/>
              <a:cxnLst/>
              <a:rect l="l" t="t" r="r" b="b"/>
              <a:pathLst>
                <a:path w="910" h="1920" extrusionOk="0">
                  <a:moveTo>
                    <a:pt x="803" y="1"/>
                  </a:moveTo>
                  <a:cubicBezTo>
                    <a:pt x="803" y="1"/>
                    <a:pt x="804" y="1"/>
                    <a:pt x="807" y="2"/>
                  </a:cubicBezTo>
                  <a:cubicBezTo>
                    <a:pt x="809" y="2"/>
                    <a:pt x="813" y="2"/>
                    <a:pt x="817" y="2"/>
                  </a:cubicBezTo>
                  <a:cubicBezTo>
                    <a:pt x="827" y="3"/>
                    <a:pt x="841" y="7"/>
                    <a:pt x="857" y="16"/>
                  </a:cubicBezTo>
                  <a:cubicBezTo>
                    <a:pt x="865" y="21"/>
                    <a:pt x="873" y="27"/>
                    <a:pt x="881" y="36"/>
                  </a:cubicBezTo>
                  <a:cubicBezTo>
                    <a:pt x="888" y="44"/>
                    <a:pt x="897" y="55"/>
                    <a:pt x="902" y="68"/>
                  </a:cubicBezTo>
                  <a:cubicBezTo>
                    <a:pt x="907" y="80"/>
                    <a:pt x="910" y="95"/>
                    <a:pt x="910" y="111"/>
                  </a:cubicBezTo>
                  <a:cubicBezTo>
                    <a:pt x="910" y="126"/>
                    <a:pt x="910" y="143"/>
                    <a:pt x="910" y="161"/>
                  </a:cubicBezTo>
                  <a:cubicBezTo>
                    <a:pt x="910" y="302"/>
                    <a:pt x="910" y="507"/>
                    <a:pt x="910" y="761"/>
                  </a:cubicBezTo>
                  <a:cubicBezTo>
                    <a:pt x="910" y="1014"/>
                    <a:pt x="910" y="1315"/>
                    <a:pt x="910" y="1650"/>
                  </a:cubicBezTo>
                  <a:cubicBezTo>
                    <a:pt x="910" y="1692"/>
                    <a:pt x="910" y="1734"/>
                    <a:pt x="910" y="1777"/>
                  </a:cubicBezTo>
                  <a:lnTo>
                    <a:pt x="910" y="1809"/>
                  </a:lnTo>
                  <a:cubicBezTo>
                    <a:pt x="910" y="1820"/>
                    <a:pt x="909" y="1831"/>
                    <a:pt x="906" y="1842"/>
                  </a:cubicBezTo>
                  <a:cubicBezTo>
                    <a:pt x="903" y="1852"/>
                    <a:pt x="899" y="1862"/>
                    <a:pt x="893" y="1872"/>
                  </a:cubicBezTo>
                  <a:cubicBezTo>
                    <a:pt x="886" y="1881"/>
                    <a:pt x="879" y="1889"/>
                    <a:pt x="870" y="1896"/>
                  </a:cubicBezTo>
                  <a:cubicBezTo>
                    <a:pt x="853" y="1910"/>
                    <a:pt x="831" y="1919"/>
                    <a:pt x="809" y="1920"/>
                  </a:cubicBezTo>
                  <a:cubicBezTo>
                    <a:pt x="787" y="1921"/>
                    <a:pt x="765" y="1920"/>
                    <a:pt x="742" y="1920"/>
                  </a:cubicBezTo>
                  <a:cubicBezTo>
                    <a:pt x="698" y="1920"/>
                    <a:pt x="652" y="1920"/>
                    <a:pt x="607" y="1920"/>
                  </a:cubicBezTo>
                  <a:cubicBezTo>
                    <a:pt x="516" y="1920"/>
                    <a:pt x="423" y="1920"/>
                    <a:pt x="329" y="1920"/>
                  </a:cubicBezTo>
                  <a:cubicBezTo>
                    <a:pt x="282" y="1920"/>
                    <a:pt x="235" y="1920"/>
                    <a:pt x="187" y="1920"/>
                  </a:cubicBezTo>
                  <a:cubicBezTo>
                    <a:pt x="163" y="1920"/>
                    <a:pt x="139" y="1920"/>
                    <a:pt x="115" y="1920"/>
                  </a:cubicBezTo>
                  <a:cubicBezTo>
                    <a:pt x="91" y="1921"/>
                    <a:pt x="66" y="1915"/>
                    <a:pt x="46" y="1901"/>
                  </a:cubicBezTo>
                  <a:cubicBezTo>
                    <a:pt x="26" y="1887"/>
                    <a:pt x="11" y="1866"/>
                    <a:pt x="4" y="1843"/>
                  </a:cubicBezTo>
                  <a:cubicBezTo>
                    <a:pt x="0" y="1831"/>
                    <a:pt x="0" y="1819"/>
                    <a:pt x="0" y="1807"/>
                  </a:cubicBezTo>
                  <a:cubicBezTo>
                    <a:pt x="0" y="1795"/>
                    <a:pt x="0" y="1783"/>
                    <a:pt x="0" y="1771"/>
                  </a:cubicBezTo>
                  <a:cubicBezTo>
                    <a:pt x="0" y="1723"/>
                    <a:pt x="0" y="1676"/>
                    <a:pt x="0" y="1629"/>
                  </a:cubicBezTo>
                  <a:cubicBezTo>
                    <a:pt x="0" y="1535"/>
                    <a:pt x="0" y="1442"/>
                    <a:pt x="0" y="1351"/>
                  </a:cubicBezTo>
                  <a:cubicBezTo>
                    <a:pt x="0" y="1169"/>
                    <a:pt x="0" y="993"/>
                    <a:pt x="0" y="826"/>
                  </a:cubicBezTo>
                  <a:cubicBezTo>
                    <a:pt x="0" y="658"/>
                    <a:pt x="0" y="499"/>
                    <a:pt x="0" y="350"/>
                  </a:cubicBezTo>
                  <a:cubicBezTo>
                    <a:pt x="0" y="276"/>
                    <a:pt x="0" y="204"/>
                    <a:pt x="0" y="135"/>
                  </a:cubicBezTo>
                  <a:cubicBezTo>
                    <a:pt x="0" y="126"/>
                    <a:pt x="0" y="118"/>
                    <a:pt x="0" y="109"/>
                  </a:cubicBezTo>
                  <a:cubicBezTo>
                    <a:pt x="0" y="105"/>
                    <a:pt x="1" y="100"/>
                    <a:pt x="1" y="96"/>
                  </a:cubicBezTo>
                  <a:cubicBezTo>
                    <a:pt x="2" y="92"/>
                    <a:pt x="2" y="88"/>
                    <a:pt x="3" y="83"/>
                  </a:cubicBezTo>
                  <a:cubicBezTo>
                    <a:pt x="7" y="67"/>
                    <a:pt x="15" y="51"/>
                    <a:pt x="25" y="38"/>
                  </a:cubicBezTo>
                  <a:cubicBezTo>
                    <a:pt x="36" y="26"/>
                    <a:pt x="50" y="16"/>
                    <a:pt x="65" y="9"/>
                  </a:cubicBezTo>
                  <a:cubicBezTo>
                    <a:pt x="80" y="2"/>
                    <a:pt x="96" y="0"/>
                    <a:pt x="112" y="0"/>
                  </a:cubicBezTo>
                  <a:cubicBezTo>
                    <a:pt x="144" y="0"/>
                    <a:pt x="175" y="0"/>
                    <a:pt x="205" y="0"/>
                  </a:cubicBezTo>
                  <a:cubicBezTo>
                    <a:pt x="220" y="0"/>
                    <a:pt x="235" y="0"/>
                    <a:pt x="249" y="0"/>
                  </a:cubicBezTo>
                  <a:cubicBezTo>
                    <a:pt x="257" y="0"/>
                    <a:pt x="264" y="0"/>
                    <a:pt x="271" y="0"/>
                  </a:cubicBezTo>
                  <a:cubicBezTo>
                    <a:pt x="278" y="0"/>
                    <a:pt x="286" y="2"/>
                    <a:pt x="292" y="6"/>
                  </a:cubicBezTo>
                  <a:cubicBezTo>
                    <a:pt x="298" y="10"/>
                    <a:pt x="303" y="16"/>
                    <a:pt x="305" y="23"/>
                  </a:cubicBezTo>
                  <a:cubicBezTo>
                    <a:pt x="308" y="30"/>
                    <a:pt x="307" y="37"/>
                    <a:pt x="307" y="44"/>
                  </a:cubicBezTo>
                  <a:cubicBezTo>
                    <a:pt x="307" y="48"/>
                    <a:pt x="307" y="50"/>
                    <a:pt x="307" y="54"/>
                  </a:cubicBezTo>
                  <a:cubicBezTo>
                    <a:pt x="307" y="57"/>
                    <a:pt x="307" y="61"/>
                    <a:pt x="307" y="65"/>
                  </a:cubicBezTo>
                  <a:cubicBezTo>
                    <a:pt x="308" y="71"/>
                    <a:pt x="311" y="77"/>
                    <a:pt x="315" y="82"/>
                  </a:cubicBezTo>
                  <a:cubicBezTo>
                    <a:pt x="320" y="87"/>
                    <a:pt x="325" y="91"/>
                    <a:pt x="332" y="92"/>
                  </a:cubicBezTo>
                  <a:cubicBezTo>
                    <a:pt x="335" y="93"/>
                    <a:pt x="338" y="93"/>
                    <a:pt x="341" y="93"/>
                  </a:cubicBezTo>
                  <a:cubicBezTo>
                    <a:pt x="345" y="93"/>
                    <a:pt x="348" y="93"/>
                    <a:pt x="351" y="93"/>
                  </a:cubicBezTo>
                  <a:cubicBezTo>
                    <a:pt x="364" y="93"/>
                    <a:pt x="377" y="93"/>
                    <a:pt x="389" y="93"/>
                  </a:cubicBezTo>
                  <a:cubicBezTo>
                    <a:pt x="440" y="93"/>
                    <a:pt x="486" y="94"/>
                    <a:pt x="529" y="94"/>
                  </a:cubicBezTo>
                  <a:cubicBezTo>
                    <a:pt x="551" y="94"/>
                    <a:pt x="572" y="94"/>
                    <a:pt x="591" y="94"/>
                  </a:cubicBezTo>
                  <a:cubicBezTo>
                    <a:pt x="596" y="94"/>
                    <a:pt x="601" y="94"/>
                    <a:pt x="606" y="94"/>
                  </a:cubicBezTo>
                  <a:cubicBezTo>
                    <a:pt x="610" y="93"/>
                    <a:pt x="615" y="91"/>
                    <a:pt x="619" y="89"/>
                  </a:cubicBezTo>
                  <a:cubicBezTo>
                    <a:pt x="627" y="84"/>
                    <a:pt x="632" y="76"/>
                    <a:pt x="634" y="68"/>
                  </a:cubicBezTo>
                  <a:cubicBezTo>
                    <a:pt x="635" y="63"/>
                    <a:pt x="634" y="59"/>
                    <a:pt x="634" y="55"/>
                  </a:cubicBezTo>
                  <a:cubicBezTo>
                    <a:pt x="634" y="50"/>
                    <a:pt x="634" y="46"/>
                    <a:pt x="634" y="42"/>
                  </a:cubicBezTo>
                  <a:cubicBezTo>
                    <a:pt x="634" y="38"/>
                    <a:pt x="634" y="34"/>
                    <a:pt x="635" y="29"/>
                  </a:cubicBezTo>
                  <a:cubicBezTo>
                    <a:pt x="636" y="25"/>
                    <a:pt x="637" y="22"/>
                    <a:pt x="639" y="18"/>
                  </a:cubicBezTo>
                  <a:cubicBezTo>
                    <a:pt x="643" y="11"/>
                    <a:pt x="649" y="6"/>
                    <a:pt x="656" y="3"/>
                  </a:cubicBezTo>
                  <a:cubicBezTo>
                    <a:pt x="663" y="0"/>
                    <a:pt x="670" y="1"/>
                    <a:pt x="677" y="1"/>
                  </a:cubicBezTo>
                  <a:cubicBezTo>
                    <a:pt x="704" y="1"/>
                    <a:pt x="727" y="1"/>
                    <a:pt x="746" y="1"/>
                  </a:cubicBezTo>
                  <a:cubicBezTo>
                    <a:pt x="765" y="1"/>
                    <a:pt x="779" y="1"/>
                    <a:pt x="788" y="1"/>
                  </a:cubicBezTo>
                  <a:cubicBezTo>
                    <a:pt x="798" y="1"/>
                    <a:pt x="803" y="1"/>
                    <a:pt x="803" y="1"/>
                  </a:cubicBezTo>
                  <a:cubicBezTo>
                    <a:pt x="803" y="1"/>
                    <a:pt x="798" y="1"/>
                    <a:pt x="788" y="1"/>
                  </a:cubicBezTo>
                  <a:cubicBezTo>
                    <a:pt x="779" y="1"/>
                    <a:pt x="765" y="2"/>
                    <a:pt x="746" y="2"/>
                  </a:cubicBezTo>
                  <a:cubicBezTo>
                    <a:pt x="727" y="2"/>
                    <a:pt x="704" y="2"/>
                    <a:pt x="677" y="2"/>
                  </a:cubicBezTo>
                  <a:cubicBezTo>
                    <a:pt x="670" y="2"/>
                    <a:pt x="663" y="1"/>
                    <a:pt x="656" y="4"/>
                  </a:cubicBezTo>
                  <a:cubicBezTo>
                    <a:pt x="650" y="7"/>
                    <a:pt x="644" y="12"/>
                    <a:pt x="640" y="19"/>
                  </a:cubicBezTo>
                  <a:cubicBezTo>
                    <a:pt x="638" y="22"/>
                    <a:pt x="637" y="26"/>
                    <a:pt x="636" y="30"/>
                  </a:cubicBezTo>
                  <a:cubicBezTo>
                    <a:pt x="635" y="34"/>
                    <a:pt x="636" y="38"/>
                    <a:pt x="636" y="42"/>
                  </a:cubicBezTo>
                  <a:cubicBezTo>
                    <a:pt x="636" y="46"/>
                    <a:pt x="636" y="50"/>
                    <a:pt x="636" y="55"/>
                  </a:cubicBezTo>
                  <a:cubicBezTo>
                    <a:pt x="636" y="59"/>
                    <a:pt x="636" y="63"/>
                    <a:pt x="635" y="68"/>
                  </a:cubicBezTo>
                  <a:cubicBezTo>
                    <a:pt x="633" y="77"/>
                    <a:pt x="627" y="85"/>
                    <a:pt x="619" y="90"/>
                  </a:cubicBezTo>
                  <a:cubicBezTo>
                    <a:pt x="615" y="93"/>
                    <a:pt x="611" y="94"/>
                    <a:pt x="606" y="95"/>
                  </a:cubicBezTo>
                  <a:cubicBezTo>
                    <a:pt x="601" y="95"/>
                    <a:pt x="596" y="95"/>
                    <a:pt x="591" y="95"/>
                  </a:cubicBezTo>
                  <a:cubicBezTo>
                    <a:pt x="571" y="95"/>
                    <a:pt x="551" y="95"/>
                    <a:pt x="529" y="95"/>
                  </a:cubicBezTo>
                  <a:cubicBezTo>
                    <a:pt x="486" y="95"/>
                    <a:pt x="439" y="95"/>
                    <a:pt x="389" y="95"/>
                  </a:cubicBezTo>
                  <a:cubicBezTo>
                    <a:pt x="377" y="95"/>
                    <a:pt x="364" y="95"/>
                    <a:pt x="351" y="95"/>
                  </a:cubicBezTo>
                  <a:cubicBezTo>
                    <a:pt x="348" y="95"/>
                    <a:pt x="344" y="95"/>
                    <a:pt x="341" y="95"/>
                  </a:cubicBezTo>
                  <a:cubicBezTo>
                    <a:pt x="338" y="95"/>
                    <a:pt x="334" y="95"/>
                    <a:pt x="331" y="94"/>
                  </a:cubicBezTo>
                  <a:cubicBezTo>
                    <a:pt x="324" y="92"/>
                    <a:pt x="318" y="89"/>
                    <a:pt x="314" y="83"/>
                  </a:cubicBezTo>
                  <a:cubicBezTo>
                    <a:pt x="309" y="78"/>
                    <a:pt x="306" y="72"/>
                    <a:pt x="305" y="65"/>
                  </a:cubicBezTo>
                  <a:cubicBezTo>
                    <a:pt x="305" y="61"/>
                    <a:pt x="305" y="58"/>
                    <a:pt x="305" y="54"/>
                  </a:cubicBezTo>
                  <a:cubicBezTo>
                    <a:pt x="305" y="51"/>
                    <a:pt x="305" y="47"/>
                    <a:pt x="305" y="44"/>
                  </a:cubicBezTo>
                  <a:cubicBezTo>
                    <a:pt x="305" y="37"/>
                    <a:pt x="306" y="30"/>
                    <a:pt x="303" y="24"/>
                  </a:cubicBezTo>
                  <a:cubicBezTo>
                    <a:pt x="301" y="17"/>
                    <a:pt x="296" y="11"/>
                    <a:pt x="291" y="7"/>
                  </a:cubicBezTo>
                  <a:cubicBezTo>
                    <a:pt x="285" y="3"/>
                    <a:pt x="278" y="2"/>
                    <a:pt x="271" y="2"/>
                  </a:cubicBezTo>
                  <a:lnTo>
                    <a:pt x="249" y="2"/>
                  </a:lnTo>
                  <a:cubicBezTo>
                    <a:pt x="234" y="2"/>
                    <a:pt x="220" y="2"/>
                    <a:pt x="204" y="2"/>
                  </a:cubicBezTo>
                  <a:cubicBezTo>
                    <a:pt x="174" y="2"/>
                    <a:pt x="144" y="2"/>
                    <a:pt x="112" y="2"/>
                  </a:cubicBezTo>
                  <a:cubicBezTo>
                    <a:pt x="96" y="2"/>
                    <a:pt x="80" y="4"/>
                    <a:pt x="65" y="11"/>
                  </a:cubicBezTo>
                  <a:cubicBezTo>
                    <a:pt x="51" y="17"/>
                    <a:pt x="37" y="27"/>
                    <a:pt x="27" y="40"/>
                  </a:cubicBezTo>
                  <a:cubicBezTo>
                    <a:pt x="16" y="52"/>
                    <a:pt x="9" y="67"/>
                    <a:pt x="5" y="84"/>
                  </a:cubicBezTo>
                  <a:cubicBezTo>
                    <a:pt x="4" y="88"/>
                    <a:pt x="4" y="92"/>
                    <a:pt x="3" y="96"/>
                  </a:cubicBezTo>
                  <a:cubicBezTo>
                    <a:pt x="3" y="100"/>
                    <a:pt x="2" y="105"/>
                    <a:pt x="2" y="109"/>
                  </a:cubicBezTo>
                  <a:cubicBezTo>
                    <a:pt x="2" y="117"/>
                    <a:pt x="2" y="126"/>
                    <a:pt x="2" y="135"/>
                  </a:cubicBezTo>
                  <a:cubicBezTo>
                    <a:pt x="2" y="204"/>
                    <a:pt x="2" y="276"/>
                    <a:pt x="2" y="350"/>
                  </a:cubicBezTo>
                  <a:cubicBezTo>
                    <a:pt x="2" y="499"/>
                    <a:pt x="2" y="657"/>
                    <a:pt x="2" y="825"/>
                  </a:cubicBezTo>
                  <a:cubicBezTo>
                    <a:pt x="2" y="992"/>
                    <a:pt x="2" y="1169"/>
                    <a:pt x="2" y="1351"/>
                  </a:cubicBezTo>
                  <a:cubicBezTo>
                    <a:pt x="2" y="1442"/>
                    <a:pt x="2" y="1535"/>
                    <a:pt x="2" y="1629"/>
                  </a:cubicBezTo>
                  <a:cubicBezTo>
                    <a:pt x="2" y="1676"/>
                    <a:pt x="2" y="1723"/>
                    <a:pt x="2" y="1771"/>
                  </a:cubicBezTo>
                  <a:cubicBezTo>
                    <a:pt x="2" y="1783"/>
                    <a:pt x="2" y="1795"/>
                    <a:pt x="2" y="1807"/>
                  </a:cubicBezTo>
                  <a:cubicBezTo>
                    <a:pt x="2" y="1819"/>
                    <a:pt x="3" y="1830"/>
                    <a:pt x="7" y="1842"/>
                  </a:cubicBezTo>
                  <a:cubicBezTo>
                    <a:pt x="13" y="1864"/>
                    <a:pt x="28" y="1885"/>
                    <a:pt x="48" y="1898"/>
                  </a:cubicBezTo>
                  <a:cubicBezTo>
                    <a:pt x="67" y="1912"/>
                    <a:pt x="91" y="1918"/>
                    <a:pt x="115" y="1917"/>
                  </a:cubicBezTo>
                  <a:cubicBezTo>
                    <a:pt x="139" y="1917"/>
                    <a:pt x="163" y="1917"/>
                    <a:pt x="187" y="1917"/>
                  </a:cubicBezTo>
                  <a:cubicBezTo>
                    <a:pt x="234" y="1917"/>
                    <a:pt x="282" y="1917"/>
                    <a:pt x="329" y="1917"/>
                  </a:cubicBezTo>
                  <a:cubicBezTo>
                    <a:pt x="423" y="1917"/>
                    <a:pt x="516" y="1917"/>
                    <a:pt x="607" y="1917"/>
                  </a:cubicBezTo>
                  <a:cubicBezTo>
                    <a:pt x="652" y="1917"/>
                    <a:pt x="697" y="1917"/>
                    <a:pt x="742" y="1917"/>
                  </a:cubicBezTo>
                  <a:cubicBezTo>
                    <a:pt x="764" y="1917"/>
                    <a:pt x="787" y="1918"/>
                    <a:pt x="809" y="1917"/>
                  </a:cubicBezTo>
                  <a:cubicBezTo>
                    <a:pt x="830" y="1916"/>
                    <a:pt x="852" y="1907"/>
                    <a:pt x="868" y="1894"/>
                  </a:cubicBezTo>
                  <a:cubicBezTo>
                    <a:pt x="877" y="1887"/>
                    <a:pt x="884" y="1879"/>
                    <a:pt x="890" y="1870"/>
                  </a:cubicBezTo>
                  <a:cubicBezTo>
                    <a:pt x="896" y="1861"/>
                    <a:pt x="900" y="1851"/>
                    <a:pt x="903" y="1841"/>
                  </a:cubicBezTo>
                  <a:cubicBezTo>
                    <a:pt x="906" y="1830"/>
                    <a:pt x="907" y="1820"/>
                    <a:pt x="907" y="1809"/>
                  </a:cubicBezTo>
                  <a:cubicBezTo>
                    <a:pt x="907" y="1798"/>
                    <a:pt x="907" y="1788"/>
                    <a:pt x="907" y="1777"/>
                  </a:cubicBezTo>
                  <a:cubicBezTo>
                    <a:pt x="907" y="1734"/>
                    <a:pt x="907" y="1692"/>
                    <a:pt x="907" y="1650"/>
                  </a:cubicBezTo>
                  <a:cubicBezTo>
                    <a:pt x="907" y="1315"/>
                    <a:pt x="907" y="1013"/>
                    <a:pt x="908" y="760"/>
                  </a:cubicBezTo>
                  <a:cubicBezTo>
                    <a:pt x="908" y="507"/>
                    <a:pt x="908" y="302"/>
                    <a:pt x="908" y="161"/>
                  </a:cubicBezTo>
                  <a:cubicBezTo>
                    <a:pt x="908" y="143"/>
                    <a:pt x="908" y="126"/>
                    <a:pt x="908" y="110"/>
                  </a:cubicBezTo>
                  <a:cubicBezTo>
                    <a:pt x="908" y="95"/>
                    <a:pt x="906" y="80"/>
                    <a:pt x="901" y="68"/>
                  </a:cubicBezTo>
                  <a:cubicBezTo>
                    <a:pt x="895" y="55"/>
                    <a:pt x="888" y="44"/>
                    <a:pt x="881" y="36"/>
                  </a:cubicBezTo>
                  <a:cubicBezTo>
                    <a:pt x="873" y="28"/>
                    <a:pt x="865" y="21"/>
                    <a:pt x="857" y="16"/>
                  </a:cubicBezTo>
                  <a:cubicBezTo>
                    <a:pt x="841" y="7"/>
                    <a:pt x="826" y="4"/>
                    <a:pt x="817" y="2"/>
                  </a:cubicBezTo>
                  <a:cubicBezTo>
                    <a:pt x="812" y="2"/>
                    <a:pt x="809" y="2"/>
                    <a:pt x="806" y="1"/>
                  </a:cubicBezTo>
                  <a:cubicBezTo>
                    <a:pt x="804" y="1"/>
                    <a:pt x="803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387385" y="1084959"/>
              <a:ext cx="142120" cy="3644"/>
            </a:xfrm>
            <a:custGeom>
              <a:avLst/>
              <a:gdLst/>
              <a:ahLst/>
              <a:cxnLst/>
              <a:rect l="l" t="t" r="r" b="b"/>
              <a:pathLst>
                <a:path w="78" h="2" extrusionOk="0">
                  <a:moveTo>
                    <a:pt x="78" y="1"/>
                  </a:moveTo>
                  <a:cubicBezTo>
                    <a:pt x="78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8" y="0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387385" y="1121400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387385" y="1157841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40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40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1228561" y="1081315"/>
              <a:ext cx="116611" cy="120255"/>
            </a:xfrm>
            <a:custGeom>
              <a:avLst/>
              <a:gdLst/>
              <a:ahLst/>
              <a:cxnLst/>
              <a:rect l="l" t="t" r="r" b="b"/>
              <a:pathLst>
                <a:path w="64" h="66" extrusionOk="0">
                  <a:moveTo>
                    <a:pt x="1" y="66"/>
                  </a:moveTo>
                  <a:lnTo>
                    <a:pt x="2" y="66"/>
                  </a:lnTo>
                  <a:cubicBezTo>
                    <a:pt x="4" y="66"/>
                    <a:pt x="5" y="65"/>
                    <a:pt x="7" y="65"/>
                  </a:cubicBezTo>
                  <a:cubicBezTo>
                    <a:pt x="11" y="65"/>
                    <a:pt x="17" y="65"/>
                    <a:pt x="24" y="65"/>
                  </a:cubicBezTo>
                  <a:lnTo>
                    <a:pt x="23" y="65"/>
                  </a:lnTo>
                  <a:cubicBezTo>
                    <a:pt x="23" y="62"/>
                    <a:pt x="23" y="58"/>
                    <a:pt x="23" y="53"/>
                  </a:cubicBezTo>
                  <a:cubicBezTo>
                    <a:pt x="23" y="51"/>
                    <a:pt x="23" y="49"/>
                    <a:pt x="23" y="46"/>
                  </a:cubicBezTo>
                  <a:cubicBezTo>
                    <a:pt x="23" y="44"/>
                    <a:pt x="26" y="41"/>
                    <a:pt x="29" y="41"/>
                  </a:cubicBezTo>
                  <a:cubicBezTo>
                    <a:pt x="31" y="41"/>
                    <a:pt x="34" y="41"/>
                    <a:pt x="37" y="41"/>
                  </a:cubicBezTo>
                  <a:cubicBezTo>
                    <a:pt x="40" y="42"/>
                    <a:pt x="42" y="44"/>
                    <a:pt x="42" y="48"/>
                  </a:cubicBezTo>
                  <a:cubicBezTo>
                    <a:pt x="42" y="53"/>
                    <a:pt x="42" y="59"/>
                    <a:pt x="42" y="65"/>
                  </a:cubicBezTo>
                  <a:lnTo>
                    <a:pt x="42" y="65"/>
                  </a:lnTo>
                  <a:cubicBezTo>
                    <a:pt x="48" y="65"/>
                    <a:pt x="55" y="64"/>
                    <a:pt x="63" y="64"/>
                  </a:cubicBezTo>
                  <a:lnTo>
                    <a:pt x="62" y="65"/>
                  </a:lnTo>
                  <a:cubicBezTo>
                    <a:pt x="62" y="57"/>
                    <a:pt x="62" y="48"/>
                    <a:pt x="62" y="39"/>
                  </a:cubicBezTo>
                  <a:cubicBezTo>
                    <a:pt x="62" y="37"/>
                    <a:pt x="62" y="34"/>
                    <a:pt x="62" y="32"/>
                  </a:cubicBezTo>
                  <a:cubicBezTo>
                    <a:pt x="62" y="30"/>
                    <a:pt x="60" y="29"/>
                    <a:pt x="59" y="27"/>
                  </a:cubicBezTo>
                  <a:cubicBezTo>
                    <a:pt x="56" y="24"/>
                    <a:pt x="52" y="21"/>
                    <a:pt x="49" y="18"/>
                  </a:cubicBezTo>
                  <a:cubicBezTo>
                    <a:pt x="46" y="15"/>
                    <a:pt x="43" y="12"/>
                    <a:pt x="41" y="9"/>
                  </a:cubicBezTo>
                  <a:cubicBezTo>
                    <a:pt x="39" y="8"/>
                    <a:pt x="38" y="6"/>
                    <a:pt x="36" y="5"/>
                  </a:cubicBezTo>
                  <a:cubicBezTo>
                    <a:pt x="35" y="4"/>
                    <a:pt x="34" y="2"/>
                    <a:pt x="32" y="2"/>
                  </a:cubicBezTo>
                  <a:cubicBezTo>
                    <a:pt x="30" y="1"/>
                    <a:pt x="28" y="2"/>
                    <a:pt x="27" y="3"/>
                  </a:cubicBezTo>
                  <a:cubicBezTo>
                    <a:pt x="26" y="4"/>
                    <a:pt x="24" y="5"/>
                    <a:pt x="23" y="7"/>
                  </a:cubicBezTo>
                  <a:cubicBezTo>
                    <a:pt x="20" y="9"/>
                    <a:pt x="18" y="12"/>
                    <a:pt x="15" y="14"/>
                  </a:cubicBezTo>
                  <a:cubicBezTo>
                    <a:pt x="11" y="19"/>
                    <a:pt x="6" y="24"/>
                    <a:pt x="2" y="28"/>
                  </a:cubicBezTo>
                  <a:cubicBezTo>
                    <a:pt x="1" y="30"/>
                    <a:pt x="1" y="33"/>
                    <a:pt x="1" y="36"/>
                  </a:cubicBezTo>
                  <a:cubicBezTo>
                    <a:pt x="1" y="38"/>
                    <a:pt x="1" y="41"/>
                    <a:pt x="1" y="43"/>
                  </a:cubicBezTo>
                  <a:cubicBezTo>
                    <a:pt x="1" y="48"/>
                    <a:pt x="1" y="52"/>
                    <a:pt x="1" y="55"/>
                  </a:cubicBezTo>
                  <a:cubicBezTo>
                    <a:pt x="1" y="58"/>
                    <a:pt x="1" y="61"/>
                    <a:pt x="1" y="63"/>
                  </a:cubicBezTo>
                  <a:cubicBezTo>
                    <a:pt x="1" y="65"/>
                    <a:pt x="1" y="66"/>
                    <a:pt x="1" y="66"/>
                  </a:cubicBezTo>
                  <a:cubicBezTo>
                    <a:pt x="1" y="66"/>
                    <a:pt x="1" y="65"/>
                    <a:pt x="1" y="63"/>
                  </a:cubicBezTo>
                  <a:cubicBezTo>
                    <a:pt x="1" y="61"/>
                    <a:pt x="1" y="59"/>
                    <a:pt x="0" y="56"/>
                  </a:cubicBezTo>
                  <a:cubicBezTo>
                    <a:pt x="0" y="52"/>
                    <a:pt x="0" y="48"/>
                    <a:pt x="0" y="44"/>
                  </a:cubicBezTo>
                  <a:cubicBezTo>
                    <a:pt x="0" y="41"/>
                    <a:pt x="0" y="39"/>
                    <a:pt x="0" y="36"/>
                  </a:cubicBezTo>
                  <a:cubicBezTo>
                    <a:pt x="0" y="35"/>
                    <a:pt x="0" y="33"/>
                    <a:pt x="0" y="32"/>
                  </a:cubicBezTo>
                  <a:cubicBezTo>
                    <a:pt x="0" y="30"/>
                    <a:pt x="0" y="29"/>
                    <a:pt x="1" y="28"/>
                  </a:cubicBezTo>
                  <a:cubicBezTo>
                    <a:pt x="5" y="23"/>
                    <a:pt x="10" y="18"/>
                    <a:pt x="15" y="13"/>
                  </a:cubicBezTo>
                  <a:cubicBezTo>
                    <a:pt x="17" y="11"/>
                    <a:pt x="20" y="8"/>
                    <a:pt x="22" y="6"/>
                  </a:cubicBezTo>
                  <a:cubicBezTo>
                    <a:pt x="23" y="4"/>
                    <a:pt x="25" y="3"/>
                    <a:pt x="26" y="2"/>
                  </a:cubicBezTo>
                  <a:cubicBezTo>
                    <a:pt x="28" y="0"/>
                    <a:pt x="30" y="0"/>
                    <a:pt x="32" y="0"/>
                  </a:cubicBezTo>
                  <a:cubicBezTo>
                    <a:pt x="35" y="1"/>
                    <a:pt x="36" y="3"/>
                    <a:pt x="37" y="4"/>
                  </a:cubicBezTo>
                  <a:lnTo>
                    <a:pt x="42" y="8"/>
                  </a:lnTo>
                  <a:cubicBezTo>
                    <a:pt x="45" y="11"/>
                    <a:pt x="48" y="14"/>
                    <a:pt x="51" y="17"/>
                  </a:cubicBezTo>
                  <a:cubicBezTo>
                    <a:pt x="54" y="20"/>
                    <a:pt x="57" y="23"/>
                    <a:pt x="60" y="26"/>
                  </a:cubicBezTo>
                  <a:cubicBezTo>
                    <a:pt x="61" y="27"/>
                    <a:pt x="61" y="28"/>
                    <a:pt x="62" y="29"/>
                  </a:cubicBezTo>
                  <a:cubicBezTo>
                    <a:pt x="63" y="30"/>
                    <a:pt x="63" y="31"/>
                    <a:pt x="63" y="32"/>
                  </a:cubicBezTo>
                  <a:cubicBezTo>
                    <a:pt x="63" y="35"/>
                    <a:pt x="63" y="37"/>
                    <a:pt x="63" y="39"/>
                  </a:cubicBezTo>
                  <a:cubicBezTo>
                    <a:pt x="63" y="48"/>
                    <a:pt x="63" y="57"/>
                    <a:pt x="64" y="65"/>
                  </a:cubicBezTo>
                  <a:lnTo>
                    <a:pt x="64" y="66"/>
                  </a:lnTo>
                  <a:lnTo>
                    <a:pt x="63" y="66"/>
                  </a:lnTo>
                  <a:cubicBezTo>
                    <a:pt x="55" y="66"/>
                    <a:pt x="48" y="66"/>
                    <a:pt x="42" y="66"/>
                  </a:cubicBezTo>
                  <a:lnTo>
                    <a:pt x="41" y="66"/>
                  </a:lnTo>
                  <a:lnTo>
                    <a:pt x="41" y="66"/>
                  </a:lnTo>
                  <a:cubicBezTo>
                    <a:pt x="41" y="59"/>
                    <a:pt x="41" y="54"/>
                    <a:pt x="41" y="48"/>
                  </a:cubicBezTo>
                  <a:cubicBezTo>
                    <a:pt x="41" y="45"/>
                    <a:pt x="39" y="43"/>
                    <a:pt x="36" y="43"/>
                  </a:cubicBezTo>
                  <a:cubicBezTo>
                    <a:pt x="34" y="43"/>
                    <a:pt x="31" y="43"/>
                    <a:pt x="29" y="43"/>
                  </a:cubicBezTo>
                  <a:cubicBezTo>
                    <a:pt x="27" y="43"/>
                    <a:pt x="25" y="45"/>
                    <a:pt x="24" y="47"/>
                  </a:cubicBezTo>
                  <a:cubicBezTo>
                    <a:pt x="24" y="49"/>
                    <a:pt x="24" y="51"/>
                    <a:pt x="24" y="54"/>
                  </a:cubicBezTo>
                  <a:cubicBezTo>
                    <a:pt x="24" y="58"/>
                    <a:pt x="24" y="62"/>
                    <a:pt x="24" y="66"/>
                  </a:cubicBezTo>
                  <a:lnTo>
                    <a:pt x="24" y="66"/>
                  </a:lnTo>
                  <a:lnTo>
                    <a:pt x="24" y="66"/>
                  </a:lnTo>
                  <a:cubicBezTo>
                    <a:pt x="17" y="66"/>
                    <a:pt x="11" y="66"/>
                    <a:pt x="7" y="66"/>
                  </a:cubicBezTo>
                  <a:cubicBezTo>
                    <a:pt x="5" y="66"/>
                    <a:pt x="4" y="66"/>
                    <a:pt x="2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1172077" y="1394707"/>
              <a:ext cx="1350141" cy="245976"/>
            </a:xfrm>
            <a:custGeom>
              <a:avLst/>
              <a:gdLst/>
              <a:ahLst/>
              <a:cxnLst/>
              <a:rect l="l" t="t" r="r" b="b"/>
              <a:pathLst>
                <a:path w="741" h="135" extrusionOk="0">
                  <a:moveTo>
                    <a:pt x="371" y="135"/>
                  </a:moveTo>
                  <a:lnTo>
                    <a:pt x="685" y="135"/>
                  </a:lnTo>
                  <a:cubicBezTo>
                    <a:pt x="716" y="135"/>
                    <a:pt x="741" y="109"/>
                    <a:pt x="741" y="78"/>
                  </a:cubicBezTo>
                  <a:lnTo>
                    <a:pt x="741" y="57"/>
                  </a:lnTo>
                  <a:cubicBezTo>
                    <a:pt x="741" y="25"/>
                    <a:pt x="716" y="0"/>
                    <a:pt x="685" y="0"/>
                  </a:cubicBezTo>
                  <a:lnTo>
                    <a:pt x="57" y="0"/>
                  </a:lnTo>
                  <a:cubicBezTo>
                    <a:pt x="26" y="0"/>
                    <a:pt x="0" y="25"/>
                    <a:pt x="0" y="57"/>
                  </a:cubicBezTo>
                  <a:lnTo>
                    <a:pt x="0" y="78"/>
                  </a:lnTo>
                  <a:cubicBezTo>
                    <a:pt x="0" y="109"/>
                    <a:pt x="26" y="135"/>
                    <a:pt x="57" y="135"/>
                  </a:cubicBezTo>
                  <a:lnTo>
                    <a:pt x="371" y="1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1170255" y="1391063"/>
              <a:ext cx="1353785" cy="251442"/>
            </a:xfrm>
            <a:custGeom>
              <a:avLst/>
              <a:gdLst/>
              <a:ahLst/>
              <a:cxnLst/>
              <a:rect l="l" t="t" r="r" b="b"/>
              <a:pathLst>
                <a:path w="743" h="138" extrusionOk="0">
                  <a:moveTo>
                    <a:pt x="685" y="137"/>
                  </a:moveTo>
                  <a:cubicBezTo>
                    <a:pt x="685" y="137"/>
                    <a:pt x="687" y="136"/>
                    <a:pt x="690" y="136"/>
                  </a:cubicBezTo>
                  <a:cubicBezTo>
                    <a:pt x="693" y="136"/>
                    <a:pt x="697" y="135"/>
                    <a:pt x="702" y="134"/>
                  </a:cubicBezTo>
                  <a:cubicBezTo>
                    <a:pt x="707" y="132"/>
                    <a:pt x="713" y="129"/>
                    <a:pt x="720" y="124"/>
                  </a:cubicBezTo>
                  <a:cubicBezTo>
                    <a:pt x="726" y="120"/>
                    <a:pt x="732" y="113"/>
                    <a:pt x="737" y="103"/>
                  </a:cubicBezTo>
                  <a:cubicBezTo>
                    <a:pt x="739" y="98"/>
                    <a:pt x="741" y="93"/>
                    <a:pt x="741" y="87"/>
                  </a:cubicBezTo>
                  <a:cubicBezTo>
                    <a:pt x="742" y="82"/>
                    <a:pt x="742" y="76"/>
                    <a:pt x="742" y="69"/>
                  </a:cubicBezTo>
                  <a:cubicBezTo>
                    <a:pt x="742" y="63"/>
                    <a:pt x="742" y="56"/>
                    <a:pt x="741" y="49"/>
                  </a:cubicBezTo>
                  <a:cubicBezTo>
                    <a:pt x="740" y="43"/>
                    <a:pt x="737" y="36"/>
                    <a:pt x="733" y="30"/>
                  </a:cubicBezTo>
                  <a:cubicBezTo>
                    <a:pt x="726" y="17"/>
                    <a:pt x="712" y="7"/>
                    <a:pt x="696" y="4"/>
                  </a:cubicBezTo>
                  <a:cubicBezTo>
                    <a:pt x="688" y="2"/>
                    <a:pt x="679" y="3"/>
                    <a:pt x="670" y="3"/>
                  </a:cubicBezTo>
                  <a:cubicBezTo>
                    <a:pt x="661" y="3"/>
                    <a:pt x="652" y="3"/>
                    <a:pt x="643" y="3"/>
                  </a:cubicBezTo>
                  <a:cubicBezTo>
                    <a:pt x="493" y="3"/>
                    <a:pt x="286" y="3"/>
                    <a:pt x="58" y="3"/>
                  </a:cubicBezTo>
                  <a:cubicBezTo>
                    <a:pt x="44" y="3"/>
                    <a:pt x="30" y="9"/>
                    <a:pt x="20" y="18"/>
                  </a:cubicBezTo>
                  <a:cubicBezTo>
                    <a:pt x="10" y="27"/>
                    <a:pt x="4" y="40"/>
                    <a:pt x="3" y="54"/>
                  </a:cubicBezTo>
                  <a:cubicBezTo>
                    <a:pt x="2" y="61"/>
                    <a:pt x="3" y="68"/>
                    <a:pt x="3" y="75"/>
                  </a:cubicBezTo>
                  <a:cubicBezTo>
                    <a:pt x="2" y="82"/>
                    <a:pt x="3" y="88"/>
                    <a:pt x="5" y="95"/>
                  </a:cubicBezTo>
                  <a:cubicBezTo>
                    <a:pt x="8" y="108"/>
                    <a:pt x="17" y="119"/>
                    <a:pt x="28" y="126"/>
                  </a:cubicBezTo>
                  <a:cubicBezTo>
                    <a:pt x="33" y="130"/>
                    <a:pt x="39" y="132"/>
                    <a:pt x="46" y="134"/>
                  </a:cubicBezTo>
                  <a:cubicBezTo>
                    <a:pt x="52" y="135"/>
                    <a:pt x="58" y="135"/>
                    <a:pt x="65" y="135"/>
                  </a:cubicBezTo>
                  <a:cubicBezTo>
                    <a:pt x="78" y="135"/>
                    <a:pt x="91" y="135"/>
                    <a:pt x="104" y="135"/>
                  </a:cubicBezTo>
                  <a:cubicBezTo>
                    <a:pt x="130" y="135"/>
                    <a:pt x="156" y="135"/>
                    <a:pt x="180" y="135"/>
                  </a:cubicBezTo>
                  <a:cubicBezTo>
                    <a:pt x="279" y="135"/>
                    <a:pt x="368" y="135"/>
                    <a:pt x="443" y="136"/>
                  </a:cubicBezTo>
                  <a:cubicBezTo>
                    <a:pt x="518" y="136"/>
                    <a:pt x="579" y="136"/>
                    <a:pt x="620" y="136"/>
                  </a:cubicBezTo>
                  <a:cubicBezTo>
                    <a:pt x="641" y="136"/>
                    <a:pt x="658" y="136"/>
                    <a:pt x="669" y="136"/>
                  </a:cubicBezTo>
                  <a:cubicBezTo>
                    <a:pt x="674" y="136"/>
                    <a:pt x="678" y="136"/>
                    <a:pt x="681" y="136"/>
                  </a:cubicBezTo>
                  <a:cubicBezTo>
                    <a:pt x="684" y="136"/>
                    <a:pt x="685" y="137"/>
                    <a:pt x="685" y="137"/>
                  </a:cubicBezTo>
                  <a:cubicBezTo>
                    <a:pt x="685" y="137"/>
                    <a:pt x="684" y="137"/>
                    <a:pt x="681" y="137"/>
                  </a:cubicBezTo>
                  <a:cubicBezTo>
                    <a:pt x="678" y="137"/>
                    <a:pt x="674" y="137"/>
                    <a:pt x="669" y="137"/>
                  </a:cubicBezTo>
                  <a:cubicBezTo>
                    <a:pt x="657" y="137"/>
                    <a:pt x="641" y="137"/>
                    <a:pt x="620" y="137"/>
                  </a:cubicBezTo>
                  <a:cubicBezTo>
                    <a:pt x="579" y="137"/>
                    <a:pt x="518" y="137"/>
                    <a:pt x="443" y="137"/>
                  </a:cubicBezTo>
                  <a:cubicBezTo>
                    <a:pt x="368" y="138"/>
                    <a:pt x="279" y="138"/>
                    <a:pt x="180" y="138"/>
                  </a:cubicBezTo>
                  <a:cubicBezTo>
                    <a:pt x="156" y="138"/>
                    <a:pt x="130" y="138"/>
                    <a:pt x="104" y="138"/>
                  </a:cubicBezTo>
                  <a:cubicBezTo>
                    <a:pt x="91" y="138"/>
                    <a:pt x="78" y="138"/>
                    <a:pt x="65" y="138"/>
                  </a:cubicBezTo>
                  <a:cubicBezTo>
                    <a:pt x="59" y="138"/>
                    <a:pt x="52" y="138"/>
                    <a:pt x="45" y="136"/>
                  </a:cubicBezTo>
                  <a:cubicBezTo>
                    <a:pt x="38" y="135"/>
                    <a:pt x="32" y="132"/>
                    <a:pt x="26" y="128"/>
                  </a:cubicBezTo>
                  <a:cubicBezTo>
                    <a:pt x="15" y="121"/>
                    <a:pt x="6" y="109"/>
                    <a:pt x="2" y="95"/>
                  </a:cubicBezTo>
                  <a:cubicBezTo>
                    <a:pt x="0" y="89"/>
                    <a:pt x="0" y="81"/>
                    <a:pt x="0" y="75"/>
                  </a:cubicBezTo>
                  <a:cubicBezTo>
                    <a:pt x="0" y="68"/>
                    <a:pt x="0" y="61"/>
                    <a:pt x="0" y="54"/>
                  </a:cubicBezTo>
                  <a:cubicBezTo>
                    <a:pt x="1" y="39"/>
                    <a:pt x="8" y="26"/>
                    <a:pt x="19" y="16"/>
                  </a:cubicBezTo>
                  <a:cubicBezTo>
                    <a:pt x="29" y="6"/>
                    <a:pt x="44" y="0"/>
                    <a:pt x="58" y="0"/>
                  </a:cubicBezTo>
                  <a:cubicBezTo>
                    <a:pt x="286" y="0"/>
                    <a:pt x="493" y="1"/>
                    <a:pt x="643" y="1"/>
                  </a:cubicBezTo>
                  <a:cubicBezTo>
                    <a:pt x="652" y="1"/>
                    <a:pt x="661" y="1"/>
                    <a:pt x="670" y="1"/>
                  </a:cubicBezTo>
                  <a:cubicBezTo>
                    <a:pt x="679" y="1"/>
                    <a:pt x="688" y="0"/>
                    <a:pt x="696" y="2"/>
                  </a:cubicBezTo>
                  <a:cubicBezTo>
                    <a:pt x="713" y="5"/>
                    <a:pt x="727" y="16"/>
                    <a:pt x="735" y="29"/>
                  </a:cubicBezTo>
                  <a:cubicBezTo>
                    <a:pt x="739" y="35"/>
                    <a:pt x="741" y="42"/>
                    <a:pt x="742" y="49"/>
                  </a:cubicBezTo>
                  <a:cubicBezTo>
                    <a:pt x="743" y="56"/>
                    <a:pt x="743" y="63"/>
                    <a:pt x="743" y="69"/>
                  </a:cubicBezTo>
                  <a:cubicBezTo>
                    <a:pt x="743" y="75"/>
                    <a:pt x="743" y="81"/>
                    <a:pt x="742" y="87"/>
                  </a:cubicBezTo>
                  <a:cubicBezTo>
                    <a:pt x="742" y="93"/>
                    <a:pt x="740" y="98"/>
                    <a:pt x="738" y="103"/>
                  </a:cubicBezTo>
                  <a:cubicBezTo>
                    <a:pt x="733" y="113"/>
                    <a:pt x="727" y="120"/>
                    <a:pt x="720" y="125"/>
                  </a:cubicBezTo>
                  <a:cubicBezTo>
                    <a:pt x="714" y="130"/>
                    <a:pt x="708" y="133"/>
                    <a:pt x="702" y="134"/>
                  </a:cubicBezTo>
                  <a:cubicBezTo>
                    <a:pt x="697" y="136"/>
                    <a:pt x="693" y="136"/>
                    <a:pt x="690" y="136"/>
                  </a:cubicBezTo>
                  <a:cubicBezTo>
                    <a:pt x="687" y="136"/>
                    <a:pt x="686" y="136"/>
                    <a:pt x="686" y="136"/>
                  </a:cubicBezTo>
                  <a:lnTo>
                    <a:pt x="685" y="1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349122" y="1465767"/>
              <a:ext cx="91103" cy="91102"/>
            </a:xfrm>
            <a:custGeom>
              <a:avLst/>
              <a:gdLst/>
              <a:ahLst/>
              <a:cxnLst/>
              <a:rect l="l" t="t" r="r" b="b"/>
              <a:pathLst>
                <a:path w="50" h="50" extrusionOk="0">
                  <a:moveTo>
                    <a:pt x="50" y="25"/>
                  </a:moveTo>
                  <a:cubicBezTo>
                    <a:pt x="50" y="25"/>
                    <a:pt x="50" y="23"/>
                    <a:pt x="49" y="19"/>
                  </a:cubicBezTo>
                  <a:cubicBezTo>
                    <a:pt x="48" y="16"/>
                    <a:pt x="45" y="10"/>
                    <a:pt x="40" y="6"/>
                  </a:cubicBezTo>
                  <a:cubicBezTo>
                    <a:pt x="34" y="2"/>
                    <a:pt x="26" y="0"/>
                    <a:pt x="18" y="3"/>
                  </a:cubicBezTo>
                  <a:cubicBezTo>
                    <a:pt x="9" y="6"/>
                    <a:pt x="2" y="15"/>
                    <a:pt x="3" y="25"/>
                  </a:cubicBezTo>
                  <a:cubicBezTo>
                    <a:pt x="2" y="35"/>
                    <a:pt x="10" y="44"/>
                    <a:pt x="18" y="47"/>
                  </a:cubicBezTo>
                  <a:cubicBezTo>
                    <a:pt x="26" y="50"/>
                    <a:pt x="34" y="48"/>
                    <a:pt x="40" y="44"/>
                  </a:cubicBezTo>
                  <a:cubicBezTo>
                    <a:pt x="45" y="40"/>
                    <a:pt x="48" y="34"/>
                    <a:pt x="49" y="31"/>
                  </a:cubicBezTo>
                  <a:cubicBezTo>
                    <a:pt x="50" y="27"/>
                    <a:pt x="50" y="25"/>
                    <a:pt x="50" y="25"/>
                  </a:cubicBezTo>
                  <a:cubicBezTo>
                    <a:pt x="50" y="25"/>
                    <a:pt x="50" y="26"/>
                    <a:pt x="50" y="27"/>
                  </a:cubicBezTo>
                  <a:cubicBezTo>
                    <a:pt x="50" y="28"/>
                    <a:pt x="50" y="29"/>
                    <a:pt x="50" y="31"/>
                  </a:cubicBezTo>
                  <a:cubicBezTo>
                    <a:pt x="49" y="35"/>
                    <a:pt x="47" y="41"/>
                    <a:pt x="41" y="45"/>
                  </a:cubicBezTo>
                  <a:cubicBezTo>
                    <a:pt x="35" y="50"/>
                    <a:pt x="26" y="52"/>
                    <a:pt x="17" y="49"/>
                  </a:cubicBezTo>
                  <a:cubicBezTo>
                    <a:pt x="8" y="46"/>
                    <a:pt x="0" y="36"/>
                    <a:pt x="0" y="25"/>
                  </a:cubicBezTo>
                  <a:cubicBezTo>
                    <a:pt x="0" y="14"/>
                    <a:pt x="8" y="4"/>
                    <a:pt x="17" y="1"/>
                  </a:cubicBezTo>
                  <a:cubicBezTo>
                    <a:pt x="26" y="-2"/>
                    <a:pt x="35" y="0"/>
                    <a:pt x="41" y="5"/>
                  </a:cubicBezTo>
                  <a:cubicBezTo>
                    <a:pt x="47" y="9"/>
                    <a:pt x="49" y="15"/>
                    <a:pt x="50" y="19"/>
                  </a:cubicBezTo>
                  <a:cubicBezTo>
                    <a:pt x="50" y="21"/>
                    <a:pt x="50" y="22"/>
                    <a:pt x="50" y="23"/>
                  </a:cubicBezTo>
                  <a:cubicBezTo>
                    <a:pt x="50" y="24"/>
                    <a:pt x="50" y="25"/>
                    <a:pt x="5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425648" y="1544115"/>
              <a:ext cx="38263" cy="43729"/>
            </a:xfrm>
            <a:custGeom>
              <a:avLst/>
              <a:gdLst/>
              <a:ahLst/>
              <a:cxnLst/>
              <a:rect l="l" t="t" r="r" b="b"/>
              <a:pathLst>
                <a:path w="21" h="24" extrusionOk="0">
                  <a:moveTo>
                    <a:pt x="21" y="24"/>
                  </a:moveTo>
                  <a:cubicBezTo>
                    <a:pt x="21" y="25"/>
                    <a:pt x="15" y="20"/>
                    <a:pt x="9" y="13"/>
                  </a:cubicBezTo>
                  <a:cubicBezTo>
                    <a:pt x="3" y="7"/>
                    <a:pt x="-1" y="1"/>
                    <a:pt x="0" y="0"/>
                  </a:cubicBezTo>
                  <a:cubicBezTo>
                    <a:pt x="0" y="0"/>
                    <a:pt x="5" y="5"/>
                    <a:pt x="11" y="11"/>
                  </a:cubicBezTo>
                  <a:cubicBezTo>
                    <a:pt x="18" y="18"/>
                    <a:pt x="22" y="24"/>
                    <a:pt x="2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330596" y="1485810"/>
              <a:ext cx="56484" cy="69238"/>
            </a:xfrm>
            <a:custGeom>
              <a:avLst/>
              <a:gdLst/>
              <a:ahLst/>
              <a:cxnLst/>
              <a:rect l="l" t="t" r="r" b="b"/>
              <a:pathLst>
                <a:path w="31" h="38" extrusionOk="0">
                  <a:moveTo>
                    <a:pt x="13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1" y="0"/>
                  </a:lnTo>
                  <a:lnTo>
                    <a:pt x="31" y="4"/>
                  </a:lnTo>
                  <a:lnTo>
                    <a:pt x="17" y="4"/>
                  </a:lnTo>
                  <a:lnTo>
                    <a:pt x="17" y="38"/>
                  </a:lnTo>
                  <a:lnTo>
                    <a:pt x="13" y="38"/>
                  </a:lnTo>
                  <a:lnTo>
                    <a:pt x="1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1385257" y="1502208"/>
              <a:ext cx="51017" cy="52839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28" y="16"/>
                  </a:moveTo>
                  <a:lnTo>
                    <a:pt x="4" y="16"/>
                  </a:lnTo>
                  <a:cubicBezTo>
                    <a:pt x="5" y="22"/>
                    <a:pt x="9" y="26"/>
                    <a:pt x="15" y="26"/>
                  </a:cubicBezTo>
                  <a:cubicBezTo>
                    <a:pt x="19" y="26"/>
                    <a:pt x="22" y="25"/>
                    <a:pt x="24" y="22"/>
                  </a:cubicBezTo>
                  <a:lnTo>
                    <a:pt x="26" y="25"/>
                  </a:lnTo>
                  <a:cubicBezTo>
                    <a:pt x="23" y="28"/>
                    <a:pt x="20" y="29"/>
                    <a:pt x="15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5"/>
                  </a:cubicBezTo>
                  <a:lnTo>
                    <a:pt x="28" y="16"/>
                  </a:lnTo>
                  <a:moveTo>
                    <a:pt x="4" y="13"/>
                  </a:moveTo>
                  <a:lnTo>
                    <a:pt x="24" y="13"/>
                  </a:lnTo>
                  <a:cubicBezTo>
                    <a:pt x="24" y="8"/>
                    <a:pt x="19" y="4"/>
                    <a:pt x="14" y="4"/>
                  </a:cubicBezTo>
                  <a:cubicBezTo>
                    <a:pt x="8" y="4"/>
                    <a:pt x="5" y="8"/>
                    <a:pt x="4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1439919" y="1504030"/>
              <a:ext cx="49195" cy="51017"/>
            </a:xfrm>
            <a:custGeom>
              <a:avLst/>
              <a:gdLst/>
              <a:ahLst/>
              <a:cxnLst/>
              <a:rect l="l" t="t" r="r" b="b"/>
              <a:pathLst>
                <a:path w="27" h="28" extrusionOk="0">
                  <a:moveTo>
                    <a:pt x="23" y="28"/>
                  </a:moveTo>
                  <a:lnTo>
                    <a:pt x="14" y="16"/>
                  </a:lnTo>
                  <a:lnTo>
                    <a:pt x="5" y="28"/>
                  </a:lnTo>
                  <a:lnTo>
                    <a:pt x="0" y="28"/>
                  </a:lnTo>
                  <a:lnTo>
                    <a:pt x="12" y="13"/>
                  </a:lnTo>
                  <a:lnTo>
                    <a:pt x="1" y="0"/>
                  </a:lnTo>
                  <a:lnTo>
                    <a:pt x="5" y="0"/>
                  </a:lnTo>
                  <a:lnTo>
                    <a:pt x="14" y="11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16" y="13"/>
                  </a:lnTo>
                  <a:lnTo>
                    <a:pt x="27" y="28"/>
                  </a:lnTo>
                  <a:lnTo>
                    <a:pt x="23" y="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1492758" y="1491276"/>
              <a:ext cx="34619" cy="63772"/>
            </a:xfrm>
            <a:custGeom>
              <a:avLst/>
              <a:gdLst/>
              <a:ahLst/>
              <a:cxnLst/>
              <a:rect l="l" t="t" r="r" b="b"/>
              <a:pathLst>
                <a:path w="19" h="35" extrusionOk="0">
                  <a:moveTo>
                    <a:pt x="19" y="33"/>
                  </a:moveTo>
                  <a:cubicBezTo>
                    <a:pt x="18" y="35"/>
                    <a:pt x="16" y="35"/>
                    <a:pt x="13" y="35"/>
                  </a:cubicBezTo>
                  <a:cubicBezTo>
                    <a:pt x="8" y="35"/>
                    <a:pt x="5" y="32"/>
                    <a:pt x="5" y="27"/>
                  </a:cubicBezTo>
                  <a:lnTo>
                    <a:pt x="5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5" y="7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7"/>
                  </a:lnTo>
                  <a:lnTo>
                    <a:pt x="18" y="7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9" y="27"/>
                  </a:lnTo>
                  <a:cubicBezTo>
                    <a:pt x="9" y="30"/>
                    <a:pt x="11" y="32"/>
                    <a:pt x="14" y="32"/>
                  </a:cubicBezTo>
                  <a:cubicBezTo>
                    <a:pt x="15" y="32"/>
                    <a:pt x="17" y="32"/>
                    <a:pt x="18" y="31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651277" y="187208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653099" y="1961364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3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1653099" y="202695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653099" y="208890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1651277" y="2364037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653099" y="2455139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653099" y="2518911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1653099" y="2580860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1651277" y="2855989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2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2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2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653099" y="2947092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1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1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653099" y="3012685"/>
              <a:ext cx="783483" cy="3644"/>
            </a:xfrm>
            <a:custGeom>
              <a:avLst/>
              <a:gdLst/>
              <a:ahLst/>
              <a:cxnLst/>
              <a:rect l="l" t="t" r="r" b="b"/>
              <a:pathLst>
                <a:path w="430" h="2" extrusionOk="0">
                  <a:moveTo>
                    <a:pt x="430" y="1"/>
                  </a:moveTo>
                  <a:cubicBezTo>
                    <a:pt x="430" y="2"/>
                    <a:pt x="334" y="2"/>
                    <a:pt x="215" y="2"/>
                  </a:cubicBezTo>
                  <a:cubicBezTo>
                    <a:pt x="96" y="2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653099" y="3072813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2"/>
                  </a:moveTo>
                  <a:cubicBezTo>
                    <a:pt x="254" y="3"/>
                    <a:pt x="197" y="3"/>
                    <a:pt x="127" y="3"/>
                  </a:cubicBezTo>
                  <a:cubicBezTo>
                    <a:pt x="56" y="3"/>
                    <a:pt x="0" y="2"/>
                    <a:pt x="0" y="2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651277" y="334976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653099" y="3439045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653099" y="350463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653099" y="3566588"/>
              <a:ext cx="462801" cy="3644"/>
            </a:xfrm>
            <a:custGeom>
              <a:avLst/>
              <a:gdLst/>
              <a:ahLst/>
              <a:cxnLst/>
              <a:rect l="l" t="t" r="r" b="b"/>
              <a:pathLst>
                <a:path w="254" h="2" extrusionOk="0">
                  <a:moveTo>
                    <a:pt x="254" y="1"/>
                  </a:moveTo>
                  <a:cubicBezTo>
                    <a:pt x="254" y="2"/>
                    <a:pt x="197" y="2"/>
                    <a:pt x="127" y="2"/>
                  </a:cubicBezTo>
                  <a:cubicBezTo>
                    <a:pt x="56" y="2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1651277" y="3838073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1653099" y="3929175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1653099" y="3992947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1653099" y="405489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1177544" y="1870262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1177544" y="2356748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1177544" y="2843235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1177544" y="3329722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1177544" y="3812564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9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p26"/>
            <p:cNvGrpSpPr/>
            <p:nvPr/>
          </p:nvGrpSpPr>
          <p:grpSpPr>
            <a:xfrm>
              <a:off x="488808" y="2271112"/>
              <a:ext cx="521107" cy="335256"/>
              <a:chOff x="488808" y="2271112"/>
              <a:chExt cx="521107" cy="335256"/>
            </a:xfrm>
          </p:grpSpPr>
          <p:sp>
            <p:nvSpPr>
              <p:cNvPr id="867" name="Google Shape;867;p26"/>
              <p:cNvSpPr/>
              <p:nvPr/>
            </p:nvSpPr>
            <p:spPr>
              <a:xfrm>
                <a:off x="488808" y="22711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6"/>
              <p:cNvSpPr/>
              <p:nvPr/>
            </p:nvSpPr>
            <p:spPr>
              <a:xfrm>
                <a:off x="519783" y="22984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6"/>
            <p:cNvSpPr/>
            <p:nvPr/>
          </p:nvSpPr>
          <p:spPr>
            <a:xfrm>
              <a:off x="3265614" y="4040320"/>
              <a:ext cx="455513" cy="455511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3409905" y="4177323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p26"/>
            <p:cNvGrpSpPr/>
            <p:nvPr/>
          </p:nvGrpSpPr>
          <p:grpSpPr>
            <a:xfrm>
              <a:off x="2445691" y="4222525"/>
              <a:ext cx="747041" cy="300637"/>
              <a:chOff x="2445691" y="4222525"/>
              <a:chExt cx="747041" cy="300637"/>
            </a:xfrm>
          </p:grpSpPr>
          <p:sp>
            <p:nvSpPr>
              <p:cNvPr id="872" name="Google Shape;872;p26"/>
              <p:cNvSpPr/>
              <p:nvPr/>
            </p:nvSpPr>
            <p:spPr>
              <a:xfrm>
                <a:off x="3128960" y="4222525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6"/>
              <p:cNvSpPr/>
              <p:nvPr/>
            </p:nvSpPr>
            <p:spPr>
              <a:xfrm>
                <a:off x="2445691" y="4251678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p26"/>
            <p:cNvSpPr/>
            <p:nvPr/>
          </p:nvSpPr>
          <p:spPr>
            <a:xfrm>
              <a:off x="927923" y="2178188"/>
              <a:ext cx="245977" cy="377163"/>
            </a:xfrm>
            <a:custGeom>
              <a:avLst/>
              <a:gdLst/>
              <a:ahLst/>
              <a:cxnLst/>
              <a:rect l="l" t="t" r="r" b="b"/>
              <a:pathLst>
                <a:path w="135" h="207" extrusionOk="0">
                  <a:moveTo>
                    <a:pt x="116" y="129"/>
                  </a:moveTo>
                  <a:lnTo>
                    <a:pt x="120" y="114"/>
                  </a:lnTo>
                  <a:cubicBezTo>
                    <a:pt x="122" y="104"/>
                    <a:pt x="122" y="93"/>
                    <a:pt x="119" y="83"/>
                  </a:cubicBezTo>
                  <a:lnTo>
                    <a:pt x="103" y="30"/>
                  </a:lnTo>
                  <a:cubicBezTo>
                    <a:pt x="102" y="25"/>
                    <a:pt x="98" y="21"/>
                    <a:pt x="94" y="18"/>
                  </a:cubicBezTo>
                  <a:cubicBezTo>
                    <a:pt x="82" y="11"/>
                    <a:pt x="58" y="-2"/>
                    <a:pt x="56" y="0"/>
                  </a:cubicBezTo>
                  <a:cubicBezTo>
                    <a:pt x="41" y="12"/>
                    <a:pt x="74" y="33"/>
                    <a:pt x="74" y="33"/>
                  </a:cubicBezTo>
                  <a:cubicBezTo>
                    <a:pt x="74" y="33"/>
                    <a:pt x="87" y="47"/>
                    <a:pt x="77" y="58"/>
                  </a:cubicBezTo>
                  <a:cubicBezTo>
                    <a:pt x="65" y="70"/>
                    <a:pt x="44" y="44"/>
                    <a:pt x="44" y="44"/>
                  </a:cubicBezTo>
                  <a:cubicBezTo>
                    <a:pt x="44" y="44"/>
                    <a:pt x="45" y="41"/>
                    <a:pt x="46" y="41"/>
                  </a:cubicBezTo>
                  <a:cubicBezTo>
                    <a:pt x="46" y="42"/>
                    <a:pt x="57" y="50"/>
                    <a:pt x="66" y="50"/>
                  </a:cubicBezTo>
                  <a:lnTo>
                    <a:pt x="66" y="33"/>
                  </a:lnTo>
                  <a:lnTo>
                    <a:pt x="47" y="21"/>
                  </a:lnTo>
                  <a:cubicBezTo>
                    <a:pt x="43" y="18"/>
                    <a:pt x="38" y="17"/>
                    <a:pt x="33" y="18"/>
                  </a:cubicBezTo>
                  <a:lnTo>
                    <a:pt x="26" y="20"/>
                  </a:lnTo>
                  <a:cubicBezTo>
                    <a:pt x="22" y="21"/>
                    <a:pt x="18" y="23"/>
                    <a:pt x="15" y="27"/>
                  </a:cubicBezTo>
                  <a:lnTo>
                    <a:pt x="9" y="37"/>
                  </a:lnTo>
                  <a:lnTo>
                    <a:pt x="6" y="40"/>
                  </a:lnTo>
                  <a:cubicBezTo>
                    <a:pt x="4" y="44"/>
                    <a:pt x="3" y="48"/>
                    <a:pt x="5" y="52"/>
                  </a:cubicBezTo>
                  <a:lnTo>
                    <a:pt x="8" y="59"/>
                  </a:lnTo>
                  <a:lnTo>
                    <a:pt x="4" y="65"/>
                  </a:lnTo>
                  <a:cubicBezTo>
                    <a:pt x="0" y="70"/>
                    <a:pt x="-1" y="77"/>
                    <a:pt x="2" y="82"/>
                  </a:cubicBezTo>
                  <a:lnTo>
                    <a:pt x="34" y="127"/>
                  </a:lnTo>
                  <a:lnTo>
                    <a:pt x="83" y="207"/>
                  </a:lnTo>
                  <a:lnTo>
                    <a:pt x="135" y="150"/>
                  </a:lnTo>
                  <a:lnTo>
                    <a:pt x="116" y="129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29500" rIns="90000" bIns="29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40677" y="2280222"/>
              <a:ext cx="12754" cy="47373"/>
            </a:xfrm>
            <a:custGeom>
              <a:avLst/>
              <a:gdLst/>
              <a:ahLst/>
              <a:cxnLst/>
              <a:rect l="l" t="t" r="r" b="b"/>
              <a:pathLst>
                <a:path w="7" h="26" extrusionOk="0">
                  <a:moveTo>
                    <a:pt x="7" y="26"/>
                  </a:moveTo>
                  <a:cubicBezTo>
                    <a:pt x="7" y="26"/>
                    <a:pt x="6" y="25"/>
                    <a:pt x="5" y="23"/>
                  </a:cubicBezTo>
                  <a:cubicBezTo>
                    <a:pt x="5" y="21"/>
                    <a:pt x="5" y="17"/>
                    <a:pt x="7" y="14"/>
                  </a:cubicBez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cubicBezTo>
                    <a:pt x="3" y="5"/>
                    <a:pt x="0" y="0"/>
                    <a:pt x="0" y="0"/>
                  </a:cubicBezTo>
                  <a:cubicBezTo>
                    <a:pt x="-1" y="0"/>
                    <a:pt x="2" y="6"/>
                    <a:pt x="5" y="13"/>
                  </a:cubicBezTo>
                  <a:lnTo>
                    <a:pt x="6" y="14"/>
                  </a:lnTo>
                  <a:lnTo>
                    <a:pt x="6" y="14"/>
                  </a:lnTo>
                  <a:cubicBezTo>
                    <a:pt x="4" y="17"/>
                    <a:pt x="4" y="21"/>
                    <a:pt x="5" y="23"/>
                  </a:cubicBezTo>
                  <a:cubicBezTo>
                    <a:pt x="6" y="25"/>
                    <a:pt x="7" y="26"/>
                    <a:pt x="7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957075" y="2220095"/>
              <a:ext cx="38263" cy="107501"/>
            </a:xfrm>
            <a:custGeom>
              <a:avLst/>
              <a:gdLst/>
              <a:ahLst/>
              <a:cxnLst/>
              <a:rect l="l" t="t" r="r" b="b"/>
              <a:pathLst>
                <a:path w="21" h="59" extrusionOk="0">
                  <a:moveTo>
                    <a:pt x="2" y="0"/>
                  </a:moveTo>
                  <a:cubicBezTo>
                    <a:pt x="2" y="0"/>
                    <a:pt x="0" y="4"/>
                    <a:pt x="1" y="9"/>
                  </a:cubicBezTo>
                  <a:cubicBezTo>
                    <a:pt x="2" y="15"/>
                    <a:pt x="5" y="23"/>
                    <a:pt x="10" y="30"/>
                  </a:cubicBezTo>
                  <a:cubicBezTo>
                    <a:pt x="11" y="32"/>
                    <a:pt x="12" y="34"/>
                    <a:pt x="13" y="36"/>
                  </a:cubicBezTo>
                  <a:cubicBezTo>
                    <a:pt x="14" y="39"/>
                    <a:pt x="14" y="41"/>
                    <a:pt x="13" y="43"/>
                  </a:cubicBezTo>
                  <a:cubicBezTo>
                    <a:pt x="13" y="47"/>
                    <a:pt x="13" y="50"/>
                    <a:pt x="15" y="53"/>
                  </a:cubicBezTo>
                  <a:cubicBezTo>
                    <a:pt x="17" y="58"/>
                    <a:pt x="21" y="59"/>
                    <a:pt x="21" y="59"/>
                  </a:cubicBezTo>
                  <a:cubicBezTo>
                    <a:pt x="21" y="59"/>
                    <a:pt x="17" y="59"/>
                    <a:pt x="13" y="53"/>
                  </a:cubicBezTo>
                  <a:cubicBezTo>
                    <a:pt x="12" y="51"/>
                    <a:pt x="11" y="46"/>
                    <a:pt x="12" y="43"/>
                  </a:cubicBezTo>
                  <a:cubicBezTo>
                    <a:pt x="12" y="41"/>
                    <a:pt x="11" y="39"/>
                    <a:pt x="11" y="37"/>
                  </a:cubicBezTo>
                  <a:cubicBezTo>
                    <a:pt x="10" y="35"/>
                    <a:pt x="9" y="33"/>
                    <a:pt x="8" y="31"/>
                  </a:cubicBezTo>
                  <a:cubicBezTo>
                    <a:pt x="4" y="23"/>
                    <a:pt x="1" y="16"/>
                    <a:pt x="0" y="10"/>
                  </a:cubicBezTo>
                  <a:cubicBezTo>
                    <a:pt x="-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997160" y="2231027"/>
              <a:ext cx="12754" cy="25509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6" y="14"/>
                  </a:moveTo>
                  <a:cubicBezTo>
                    <a:pt x="6" y="14"/>
                    <a:pt x="6" y="10"/>
                    <a:pt x="4" y="7"/>
                  </a:cubicBezTo>
                  <a:cubicBezTo>
                    <a:pt x="2" y="3"/>
                    <a:pt x="-1" y="0"/>
                    <a:pt x="0" y="0"/>
                  </a:cubicBezTo>
                  <a:cubicBezTo>
                    <a:pt x="0" y="-1"/>
                    <a:pt x="3" y="2"/>
                    <a:pt x="5" y="6"/>
                  </a:cubicBezTo>
                  <a:cubicBezTo>
                    <a:pt x="8" y="10"/>
                    <a:pt x="7" y="14"/>
                    <a:pt x="6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026313" y="2398656"/>
              <a:ext cx="371699" cy="553902"/>
            </a:xfrm>
            <a:custGeom>
              <a:avLst/>
              <a:gdLst/>
              <a:ahLst/>
              <a:cxnLst/>
              <a:rect l="l" t="t" r="r" b="b"/>
              <a:pathLst>
                <a:path w="204" h="304" extrusionOk="0">
                  <a:moveTo>
                    <a:pt x="80" y="279"/>
                  </a:moveTo>
                  <a:lnTo>
                    <a:pt x="100" y="304"/>
                  </a:lnTo>
                  <a:lnTo>
                    <a:pt x="204" y="179"/>
                  </a:lnTo>
                  <a:lnTo>
                    <a:pt x="68" y="0"/>
                  </a:lnTo>
                  <a:lnTo>
                    <a:pt x="0" y="53"/>
                  </a:lnTo>
                  <a:lnTo>
                    <a:pt x="80" y="2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013865" y="5100752"/>
              <a:ext cx="215002" cy="375341"/>
            </a:xfrm>
            <a:custGeom>
              <a:avLst/>
              <a:gdLst/>
              <a:ahLst/>
              <a:cxnLst/>
              <a:rect l="l" t="t" r="r" b="b"/>
              <a:pathLst>
                <a:path w="118" h="206" extrusionOk="0">
                  <a:moveTo>
                    <a:pt x="0" y="3"/>
                  </a:moveTo>
                  <a:lnTo>
                    <a:pt x="8" y="206"/>
                  </a:lnTo>
                  <a:lnTo>
                    <a:pt x="118" y="203"/>
                  </a:lnTo>
                  <a:lnTo>
                    <a:pt x="11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04968" y="5098930"/>
              <a:ext cx="21865" cy="360765"/>
            </a:xfrm>
            <a:custGeom>
              <a:avLst/>
              <a:gdLst/>
              <a:ahLst/>
              <a:cxnLst/>
              <a:rect l="l" t="t" r="r" b="b"/>
              <a:pathLst>
                <a:path w="12" h="198" extrusionOk="0">
                  <a:moveTo>
                    <a:pt x="12" y="198"/>
                  </a:moveTo>
                  <a:cubicBezTo>
                    <a:pt x="13" y="198"/>
                    <a:pt x="11" y="153"/>
                    <a:pt x="8" y="99"/>
                  </a:cubicBezTo>
                  <a:cubicBezTo>
                    <a:pt x="5" y="44"/>
                    <a:pt x="2" y="0"/>
                    <a:pt x="1" y="0"/>
                  </a:cubicBezTo>
                  <a:cubicBezTo>
                    <a:pt x="0" y="0"/>
                    <a:pt x="2" y="44"/>
                    <a:pt x="5" y="99"/>
                  </a:cubicBezTo>
                  <a:cubicBezTo>
                    <a:pt x="8" y="154"/>
                    <a:pt x="11" y="198"/>
                    <a:pt x="12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6275" rIns="90000" bIns="26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028441" y="5445119"/>
              <a:ext cx="200426" cy="30975"/>
            </a:xfrm>
            <a:custGeom>
              <a:avLst/>
              <a:gdLst/>
              <a:ahLst/>
              <a:cxnLst/>
              <a:rect l="l" t="t" r="r" b="b"/>
              <a:pathLst>
                <a:path w="110" h="17" extrusionOk="0">
                  <a:moveTo>
                    <a:pt x="0" y="3"/>
                  </a:moveTo>
                  <a:lnTo>
                    <a:pt x="109" y="0"/>
                  </a:lnTo>
                  <a:lnTo>
                    <a:pt x="110" y="14"/>
                  </a:lnTo>
                  <a:lnTo>
                    <a:pt x="0" y="17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026619" y="5297533"/>
              <a:ext cx="196782" cy="69238"/>
            </a:xfrm>
            <a:custGeom>
              <a:avLst/>
              <a:gdLst/>
              <a:ahLst/>
              <a:cxnLst/>
              <a:rect l="l" t="t" r="r" b="b"/>
              <a:pathLst>
                <a:path w="108" h="38" extrusionOk="0">
                  <a:moveTo>
                    <a:pt x="108" y="30"/>
                  </a:moveTo>
                  <a:cubicBezTo>
                    <a:pt x="108" y="30"/>
                    <a:pt x="107" y="29"/>
                    <a:pt x="105" y="26"/>
                  </a:cubicBezTo>
                  <a:cubicBezTo>
                    <a:pt x="103" y="23"/>
                    <a:pt x="100" y="20"/>
                    <a:pt x="95" y="16"/>
                  </a:cubicBezTo>
                  <a:cubicBezTo>
                    <a:pt x="90" y="12"/>
                    <a:pt x="84" y="8"/>
                    <a:pt x="77" y="5"/>
                  </a:cubicBezTo>
                  <a:cubicBezTo>
                    <a:pt x="69" y="2"/>
                    <a:pt x="60" y="0"/>
                    <a:pt x="51" y="0"/>
                  </a:cubicBezTo>
                  <a:cubicBezTo>
                    <a:pt x="32" y="1"/>
                    <a:pt x="17" y="11"/>
                    <a:pt x="9" y="21"/>
                  </a:cubicBezTo>
                  <a:cubicBezTo>
                    <a:pt x="5" y="25"/>
                    <a:pt x="3" y="30"/>
                    <a:pt x="2" y="33"/>
                  </a:cubicBezTo>
                  <a:cubicBezTo>
                    <a:pt x="0" y="36"/>
                    <a:pt x="0" y="38"/>
                    <a:pt x="0" y="38"/>
                  </a:cubicBezTo>
                  <a:cubicBezTo>
                    <a:pt x="1" y="38"/>
                    <a:pt x="3" y="31"/>
                    <a:pt x="11" y="22"/>
                  </a:cubicBezTo>
                  <a:cubicBezTo>
                    <a:pt x="19" y="13"/>
                    <a:pt x="33" y="4"/>
                    <a:pt x="51" y="4"/>
                  </a:cubicBezTo>
                  <a:cubicBezTo>
                    <a:pt x="69" y="3"/>
                    <a:pt x="84" y="11"/>
                    <a:pt x="94" y="18"/>
                  </a:cubicBezTo>
                  <a:cubicBezTo>
                    <a:pt x="103" y="25"/>
                    <a:pt x="108" y="31"/>
                    <a:pt x="108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017509" y="5206430"/>
              <a:ext cx="202248" cy="43729"/>
            </a:xfrm>
            <a:custGeom>
              <a:avLst/>
              <a:gdLst/>
              <a:ahLst/>
              <a:cxnLst/>
              <a:rect l="l" t="t" r="r" b="b"/>
              <a:pathLst>
                <a:path w="111" h="24" extrusionOk="0">
                  <a:moveTo>
                    <a:pt x="110" y="0"/>
                  </a:moveTo>
                  <a:lnTo>
                    <a:pt x="111" y="22"/>
                  </a:lnTo>
                  <a:lnTo>
                    <a:pt x="1" y="24"/>
                  </a:lnTo>
                  <a:lnTo>
                    <a:pt x="0" y="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1326952" y="5126260"/>
              <a:ext cx="435471" cy="353477"/>
            </a:xfrm>
            <a:custGeom>
              <a:avLst/>
              <a:gdLst/>
              <a:ahLst/>
              <a:cxnLst/>
              <a:rect l="l" t="t" r="r" b="b"/>
              <a:pathLst>
                <a:path w="239" h="194" extrusionOk="0">
                  <a:moveTo>
                    <a:pt x="119" y="1"/>
                  </a:moveTo>
                  <a:lnTo>
                    <a:pt x="124" y="124"/>
                  </a:lnTo>
                  <a:cubicBezTo>
                    <a:pt x="124" y="124"/>
                    <a:pt x="1" y="171"/>
                    <a:pt x="0" y="194"/>
                  </a:cubicBezTo>
                  <a:lnTo>
                    <a:pt x="239" y="192"/>
                  </a:lnTo>
                  <a:lnTo>
                    <a:pt x="239" y="0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4825" rIns="90000" bIns="24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1662209" y="5332152"/>
              <a:ext cx="36441" cy="34619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3" y="1"/>
                  </a:moveTo>
                  <a:cubicBezTo>
                    <a:pt x="18" y="2"/>
                    <a:pt x="21" y="7"/>
                    <a:pt x="20" y="12"/>
                  </a:cubicBezTo>
                  <a:cubicBezTo>
                    <a:pt x="19" y="17"/>
                    <a:pt x="13" y="20"/>
                    <a:pt x="9" y="19"/>
                  </a:cubicBezTo>
                  <a:cubicBezTo>
                    <a:pt x="4" y="18"/>
                    <a:pt x="-1" y="11"/>
                    <a:pt x="1" y="7"/>
                  </a:cubicBezTo>
                  <a:cubicBezTo>
                    <a:pt x="2" y="2"/>
                    <a:pt x="10" y="-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323308" y="5441475"/>
              <a:ext cx="439115" cy="38263"/>
            </a:xfrm>
            <a:custGeom>
              <a:avLst/>
              <a:gdLst/>
              <a:ahLst/>
              <a:cxnLst/>
              <a:rect l="l" t="t" r="r" b="b"/>
              <a:pathLst>
                <a:path w="241" h="21" extrusionOk="0">
                  <a:moveTo>
                    <a:pt x="241" y="19"/>
                  </a:moveTo>
                  <a:lnTo>
                    <a:pt x="241" y="0"/>
                  </a:lnTo>
                  <a:lnTo>
                    <a:pt x="9" y="9"/>
                  </a:lnTo>
                  <a:cubicBezTo>
                    <a:pt x="9" y="9"/>
                    <a:pt x="-1" y="14"/>
                    <a:pt x="0" y="21"/>
                  </a:cubicBezTo>
                  <a:lnTo>
                    <a:pt x="241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1549242" y="5352194"/>
              <a:ext cx="40085" cy="27331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"/>
                  </a:moveTo>
                  <a:cubicBezTo>
                    <a:pt x="0" y="2"/>
                    <a:pt x="6" y="3"/>
                    <a:pt x="12" y="7"/>
                  </a:cubicBezTo>
                  <a:cubicBezTo>
                    <a:pt x="18" y="10"/>
                    <a:pt x="21" y="15"/>
                    <a:pt x="22" y="15"/>
                  </a:cubicBezTo>
                  <a:cubicBezTo>
                    <a:pt x="23" y="15"/>
                    <a:pt x="21" y="8"/>
                    <a:pt x="14" y="3"/>
                  </a:cubicBezTo>
                  <a:cubicBezTo>
                    <a:pt x="7" y="-1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1503691" y="5372237"/>
              <a:ext cx="29153" cy="34619"/>
            </a:xfrm>
            <a:custGeom>
              <a:avLst/>
              <a:gdLst/>
              <a:ahLst/>
              <a:cxnLst/>
              <a:rect l="l" t="t" r="r" b="b"/>
              <a:pathLst>
                <a:path w="16" h="19" extrusionOk="0">
                  <a:moveTo>
                    <a:pt x="0" y="1"/>
                  </a:moveTo>
                  <a:cubicBezTo>
                    <a:pt x="0" y="2"/>
                    <a:pt x="5" y="4"/>
                    <a:pt x="9" y="9"/>
                  </a:cubicBezTo>
                  <a:cubicBezTo>
                    <a:pt x="13" y="14"/>
                    <a:pt x="14" y="19"/>
                    <a:pt x="15" y="19"/>
                  </a:cubicBezTo>
                  <a:cubicBezTo>
                    <a:pt x="16" y="19"/>
                    <a:pt x="17" y="12"/>
                    <a:pt x="12" y="6"/>
                  </a:cubicBezTo>
                  <a:cubicBezTo>
                    <a:pt x="7" y="0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1459961" y="5392279"/>
              <a:ext cx="20043" cy="36441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20"/>
                  </a:moveTo>
                  <a:cubicBezTo>
                    <a:pt x="11" y="21"/>
                    <a:pt x="12" y="14"/>
                    <a:pt x="9" y="8"/>
                  </a:cubicBezTo>
                  <a:cubicBezTo>
                    <a:pt x="5" y="1"/>
                    <a:pt x="1" y="-1"/>
                    <a:pt x="0" y="0"/>
                  </a:cubicBezTo>
                  <a:cubicBezTo>
                    <a:pt x="0" y="1"/>
                    <a:pt x="3" y="5"/>
                    <a:pt x="6" y="10"/>
                  </a:cubicBezTo>
                  <a:cubicBezTo>
                    <a:pt x="8" y="15"/>
                    <a:pt x="9" y="20"/>
                    <a:pt x="1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1552886" y="5293889"/>
              <a:ext cx="45551" cy="10932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0" y="5"/>
                  </a:moveTo>
                  <a:cubicBezTo>
                    <a:pt x="1" y="6"/>
                    <a:pt x="6" y="4"/>
                    <a:pt x="13" y="5"/>
                  </a:cubicBezTo>
                  <a:cubicBezTo>
                    <a:pt x="19" y="5"/>
                    <a:pt x="25" y="7"/>
                    <a:pt x="25" y="6"/>
                  </a:cubicBezTo>
                  <a:cubicBezTo>
                    <a:pt x="26" y="5"/>
                    <a:pt x="21" y="1"/>
                    <a:pt x="13" y="0"/>
                  </a:cubicBezTo>
                  <a:cubicBezTo>
                    <a:pt x="5" y="0"/>
                    <a:pt x="0" y="4"/>
                    <a:pt x="0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1545598" y="5219185"/>
              <a:ext cx="65594" cy="36441"/>
            </a:xfrm>
            <a:custGeom>
              <a:avLst/>
              <a:gdLst/>
              <a:ahLst/>
              <a:cxnLst/>
              <a:rect l="l" t="t" r="r" b="b"/>
              <a:pathLst>
                <a:path w="36" h="20" extrusionOk="0">
                  <a:moveTo>
                    <a:pt x="0" y="19"/>
                  </a:moveTo>
                  <a:cubicBezTo>
                    <a:pt x="0" y="20"/>
                    <a:pt x="4" y="20"/>
                    <a:pt x="12" y="19"/>
                  </a:cubicBezTo>
                  <a:cubicBezTo>
                    <a:pt x="15" y="18"/>
                    <a:pt x="20" y="17"/>
                    <a:pt x="24" y="15"/>
                  </a:cubicBezTo>
                  <a:cubicBezTo>
                    <a:pt x="27" y="14"/>
                    <a:pt x="29" y="13"/>
                    <a:pt x="31" y="11"/>
                  </a:cubicBezTo>
                  <a:cubicBezTo>
                    <a:pt x="32" y="11"/>
                    <a:pt x="34" y="10"/>
                    <a:pt x="35" y="9"/>
                  </a:cubicBezTo>
                  <a:cubicBezTo>
                    <a:pt x="36" y="7"/>
                    <a:pt x="37" y="4"/>
                    <a:pt x="35" y="2"/>
                  </a:cubicBezTo>
                  <a:cubicBezTo>
                    <a:pt x="34" y="0"/>
                    <a:pt x="32" y="0"/>
                    <a:pt x="30" y="0"/>
                  </a:cubicBezTo>
                  <a:cubicBezTo>
                    <a:pt x="29" y="0"/>
                    <a:pt x="27" y="0"/>
                    <a:pt x="26" y="0"/>
                  </a:cubicBezTo>
                  <a:cubicBezTo>
                    <a:pt x="23" y="1"/>
                    <a:pt x="21" y="2"/>
                    <a:pt x="18" y="3"/>
                  </a:cubicBezTo>
                  <a:cubicBezTo>
                    <a:pt x="14" y="5"/>
                    <a:pt x="10" y="8"/>
                    <a:pt x="7" y="10"/>
                  </a:cubicBezTo>
                  <a:cubicBezTo>
                    <a:pt x="2" y="16"/>
                    <a:pt x="0" y="20"/>
                    <a:pt x="0" y="20"/>
                  </a:cubicBezTo>
                  <a:cubicBezTo>
                    <a:pt x="1" y="21"/>
                    <a:pt x="3" y="17"/>
                    <a:pt x="9" y="13"/>
                  </a:cubicBezTo>
                  <a:cubicBezTo>
                    <a:pt x="12" y="10"/>
                    <a:pt x="16" y="8"/>
                    <a:pt x="20" y="6"/>
                  </a:cubicBezTo>
                  <a:cubicBezTo>
                    <a:pt x="22" y="6"/>
                    <a:pt x="24" y="5"/>
                    <a:pt x="27" y="4"/>
                  </a:cubicBezTo>
                  <a:cubicBezTo>
                    <a:pt x="29" y="4"/>
                    <a:pt x="31" y="4"/>
                    <a:pt x="32" y="5"/>
                  </a:cubicBezTo>
                  <a:lnTo>
                    <a:pt x="32" y="6"/>
                  </a:lnTo>
                  <a:cubicBezTo>
                    <a:pt x="31" y="7"/>
                    <a:pt x="30" y="7"/>
                    <a:pt x="29" y="8"/>
                  </a:cubicBezTo>
                  <a:cubicBezTo>
                    <a:pt x="27" y="9"/>
                    <a:pt x="25" y="11"/>
                    <a:pt x="23" y="12"/>
                  </a:cubicBezTo>
                  <a:cubicBezTo>
                    <a:pt x="19" y="14"/>
                    <a:pt x="15" y="15"/>
                    <a:pt x="11" y="16"/>
                  </a:cubicBezTo>
                  <a:cubicBezTo>
                    <a:pt x="4" y="18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1518267" y="5188210"/>
              <a:ext cx="34619" cy="69238"/>
            </a:xfrm>
            <a:custGeom>
              <a:avLst/>
              <a:gdLst/>
              <a:ahLst/>
              <a:cxnLst/>
              <a:rect l="l" t="t" r="r" b="b"/>
              <a:pathLst>
                <a:path w="19" h="38" extrusionOk="0">
                  <a:moveTo>
                    <a:pt x="16" y="38"/>
                  </a:moveTo>
                  <a:cubicBezTo>
                    <a:pt x="17" y="38"/>
                    <a:pt x="19" y="34"/>
                    <a:pt x="19" y="26"/>
                  </a:cubicBezTo>
                  <a:cubicBezTo>
                    <a:pt x="20" y="22"/>
                    <a:pt x="19" y="18"/>
                    <a:pt x="18" y="13"/>
                  </a:cubicBezTo>
                  <a:cubicBezTo>
                    <a:pt x="17" y="11"/>
                    <a:pt x="16" y="8"/>
                    <a:pt x="14" y="6"/>
                  </a:cubicBezTo>
                  <a:cubicBezTo>
                    <a:pt x="13" y="3"/>
                    <a:pt x="11" y="0"/>
                    <a:pt x="7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1" y="5"/>
                    <a:pt x="1" y="6"/>
                    <a:pt x="0" y="8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1" y="21"/>
                    <a:pt x="3" y="25"/>
                    <a:pt x="6" y="28"/>
                  </a:cubicBezTo>
                  <a:cubicBezTo>
                    <a:pt x="10" y="34"/>
                    <a:pt x="15" y="36"/>
                    <a:pt x="15" y="35"/>
                  </a:cubicBezTo>
                  <a:cubicBezTo>
                    <a:pt x="16" y="35"/>
                    <a:pt x="12" y="32"/>
                    <a:pt x="8" y="27"/>
                  </a:cubicBezTo>
                  <a:cubicBezTo>
                    <a:pt x="6" y="24"/>
                    <a:pt x="5" y="20"/>
                    <a:pt x="4" y="15"/>
                  </a:cubicBezTo>
                  <a:cubicBezTo>
                    <a:pt x="4" y="13"/>
                    <a:pt x="4" y="11"/>
                    <a:pt x="4" y="8"/>
                  </a:cubicBezTo>
                  <a:cubicBezTo>
                    <a:pt x="5" y="6"/>
                    <a:pt x="6" y="4"/>
                    <a:pt x="7" y="4"/>
                  </a:cubicBezTo>
                  <a:cubicBezTo>
                    <a:pt x="8" y="4"/>
                    <a:pt x="10" y="6"/>
                    <a:pt x="11" y="8"/>
                  </a:cubicBezTo>
                  <a:cubicBezTo>
                    <a:pt x="12" y="10"/>
                    <a:pt x="13" y="12"/>
                    <a:pt x="14" y="14"/>
                  </a:cubicBezTo>
                  <a:cubicBezTo>
                    <a:pt x="16" y="19"/>
                    <a:pt x="16" y="23"/>
                    <a:pt x="16" y="26"/>
                  </a:cubicBezTo>
                  <a:cubicBezTo>
                    <a:pt x="17" y="33"/>
                    <a:pt x="16" y="38"/>
                    <a:pt x="16" y="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1551064" y="5261092"/>
              <a:ext cx="211358" cy="49195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116" y="0"/>
                  </a:moveTo>
                  <a:lnTo>
                    <a:pt x="116" y="27"/>
                  </a:lnTo>
                  <a:lnTo>
                    <a:pt x="0" y="27"/>
                  </a:lnTo>
                  <a:lnTo>
                    <a:pt x="0" y="2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401962" y="1483988"/>
              <a:ext cx="273308" cy="428181"/>
            </a:xfrm>
            <a:custGeom>
              <a:avLst/>
              <a:gdLst/>
              <a:ahLst/>
              <a:cxnLst/>
              <a:rect l="l" t="t" r="r" b="b"/>
              <a:pathLst>
                <a:path w="150" h="235" extrusionOk="0">
                  <a:moveTo>
                    <a:pt x="36" y="20"/>
                  </a:moveTo>
                  <a:lnTo>
                    <a:pt x="54" y="86"/>
                  </a:lnTo>
                  <a:cubicBezTo>
                    <a:pt x="54" y="86"/>
                    <a:pt x="60" y="123"/>
                    <a:pt x="43" y="123"/>
                  </a:cubicBezTo>
                  <a:cubicBezTo>
                    <a:pt x="28" y="123"/>
                    <a:pt x="26" y="103"/>
                    <a:pt x="26" y="103"/>
                  </a:cubicBezTo>
                  <a:cubicBezTo>
                    <a:pt x="26" y="103"/>
                    <a:pt x="34" y="63"/>
                    <a:pt x="14" y="65"/>
                  </a:cubicBezTo>
                  <a:cubicBezTo>
                    <a:pt x="11" y="65"/>
                    <a:pt x="4" y="93"/>
                    <a:pt x="1" y="107"/>
                  </a:cubicBezTo>
                  <a:cubicBezTo>
                    <a:pt x="-1" y="112"/>
                    <a:pt x="0" y="118"/>
                    <a:pt x="3" y="122"/>
                  </a:cubicBezTo>
                  <a:lnTo>
                    <a:pt x="31" y="173"/>
                  </a:lnTo>
                  <a:cubicBezTo>
                    <a:pt x="36" y="182"/>
                    <a:pt x="44" y="190"/>
                    <a:pt x="54" y="195"/>
                  </a:cubicBezTo>
                  <a:lnTo>
                    <a:pt x="68" y="204"/>
                  </a:lnTo>
                  <a:lnTo>
                    <a:pt x="70" y="234"/>
                  </a:lnTo>
                  <a:lnTo>
                    <a:pt x="150" y="235"/>
                  </a:lnTo>
                  <a:lnTo>
                    <a:pt x="125" y="141"/>
                  </a:lnTo>
                  <a:lnTo>
                    <a:pt x="115" y="84"/>
                  </a:lnTo>
                  <a:cubicBezTo>
                    <a:pt x="112" y="78"/>
                    <a:pt x="107" y="74"/>
                    <a:pt x="101" y="73"/>
                  </a:cubicBezTo>
                  <a:lnTo>
                    <a:pt x="93" y="72"/>
                  </a:lnTo>
                  <a:lnTo>
                    <a:pt x="91" y="65"/>
                  </a:lnTo>
                  <a:cubicBezTo>
                    <a:pt x="89" y="61"/>
                    <a:pt x="85" y="58"/>
                    <a:pt x="80" y="57"/>
                  </a:cubicBezTo>
                  <a:lnTo>
                    <a:pt x="76" y="57"/>
                  </a:lnTo>
                  <a:lnTo>
                    <a:pt x="69" y="40"/>
                  </a:lnTo>
                  <a:cubicBezTo>
                    <a:pt x="67" y="35"/>
                    <a:pt x="51" y="0"/>
                    <a:pt x="45" y="0"/>
                  </a:cubicBezTo>
                  <a:cubicBezTo>
                    <a:pt x="45" y="0"/>
                    <a:pt x="32" y="3"/>
                    <a:pt x="37" y="20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39600" rIns="90000" bIns="39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36794" y="1582378"/>
              <a:ext cx="36441" cy="83814"/>
            </a:xfrm>
            <a:custGeom>
              <a:avLst/>
              <a:gdLst/>
              <a:ahLst/>
              <a:cxnLst/>
              <a:rect l="l" t="t" r="r" b="b"/>
              <a:pathLst>
                <a:path w="20" h="46" extrusionOk="0">
                  <a:moveTo>
                    <a:pt x="20" y="46"/>
                  </a:moveTo>
                  <a:cubicBezTo>
                    <a:pt x="20" y="46"/>
                    <a:pt x="20" y="43"/>
                    <a:pt x="18" y="39"/>
                  </a:cubicBezTo>
                  <a:cubicBezTo>
                    <a:pt x="17" y="34"/>
                    <a:pt x="13" y="29"/>
                    <a:pt x="7" y="25"/>
                  </a:cubicBezTo>
                  <a:cubicBezTo>
                    <a:pt x="4" y="18"/>
                    <a:pt x="2" y="12"/>
                    <a:pt x="1" y="7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1" y="0"/>
                    <a:pt x="1" y="3"/>
                    <a:pt x="2" y="7"/>
                  </a:cubicBezTo>
                  <a:cubicBezTo>
                    <a:pt x="3" y="12"/>
                    <a:pt x="5" y="18"/>
                    <a:pt x="8" y="24"/>
                  </a:cubicBezTo>
                  <a:cubicBezTo>
                    <a:pt x="10" y="25"/>
                    <a:pt x="11" y="26"/>
                    <a:pt x="12" y="27"/>
                  </a:cubicBezTo>
                  <a:cubicBezTo>
                    <a:pt x="14" y="28"/>
                    <a:pt x="15" y="30"/>
                    <a:pt x="16" y="31"/>
                  </a:cubicBezTo>
                  <a:cubicBezTo>
                    <a:pt x="17" y="34"/>
                    <a:pt x="18" y="35"/>
                    <a:pt x="19" y="38"/>
                  </a:cubicBezTo>
                  <a:cubicBezTo>
                    <a:pt x="19" y="40"/>
                    <a:pt x="20" y="43"/>
                    <a:pt x="20" y="44"/>
                  </a:cubicBezTo>
                  <a:cubicBezTo>
                    <a:pt x="20" y="45"/>
                    <a:pt x="20" y="46"/>
                    <a:pt x="2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67768" y="1609709"/>
              <a:ext cx="27331" cy="43729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5" y="24"/>
                  </a:moveTo>
                  <a:cubicBezTo>
                    <a:pt x="15" y="24"/>
                    <a:pt x="15" y="23"/>
                    <a:pt x="14" y="21"/>
                  </a:cubicBezTo>
                  <a:cubicBezTo>
                    <a:pt x="13" y="19"/>
                    <a:pt x="10" y="16"/>
                    <a:pt x="6" y="16"/>
                  </a:cubicBezTo>
                  <a:lnTo>
                    <a:pt x="6" y="16"/>
                  </a:lnTo>
                  <a:lnTo>
                    <a:pt x="6" y="15"/>
                  </a:lnTo>
                  <a:lnTo>
                    <a:pt x="5" y="14"/>
                  </a:lnTo>
                  <a:cubicBezTo>
                    <a:pt x="3" y="6"/>
                    <a:pt x="0" y="0"/>
                    <a:pt x="1" y="0"/>
                  </a:cubicBezTo>
                  <a:cubicBezTo>
                    <a:pt x="1" y="-1"/>
                    <a:pt x="4" y="6"/>
                    <a:pt x="7" y="14"/>
                  </a:cubicBezTo>
                  <a:lnTo>
                    <a:pt x="7" y="15"/>
                  </a:lnTo>
                  <a:lnTo>
                    <a:pt x="6" y="14"/>
                  </a:lnTo>
                  <a:cubicBezTo>
                    <a:pt x="11" y="15"/>
                    <a:pt x="14" y="18"/>
                    <a:pt x="15" y="20"/>
                  </a:cubicBezTo>
                  <a:cubicBezTo>
                    <a:pt x="16" y="23"/>
                    <a:pt x="15" y="24"/>
                    <a:pt x="15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1636700" y="1616997"/>
              <a:ext cx="362588" cy="623139"/>
            </a:xfrm>
            <a:custGeom>
              <a:avLst/>
              <a:gdLst/>
              <a:ahLst/>
              <a:cxnLst/>
              <a:rect l="l" t="t" r="r" b="b"/>
              <a:pathLst>
                <a:path w="199" h="342" extrusionOk="0">
                  <a:moveTo>
                    <a:pt x="54" y="342"/>
                  </a:moveTo>
                  <a:lnTo>
                    <a:pt x="199" y="340"/>
                  </a:lnTo>
                  <a:lnTo>
                    <a:pt x="183" y="216"/>
                  </a:lnTo>
                  <a:cubicBezTo>
                    <a:pt x="183" y="216"/>
                    <a:pt x="192" y="214"/>
                    <a:pt x="193" y="160"/>
                  </a:cubicBezTo>
                  <a:cubicBezTo>
                    <a:pt x="193" y="106"/>
                    <a:pt x="197" y="15"/>
                    <a:pt x="197" y="15"/>
                  </a:cubicBezTo>
                  <a:lnTo>
                    <a:pt x="197" y="15"/>
                  </a:lnTo>
                  <a:cubicBezTo>
                    <a:pt x="134" y="-12"/>
                    <a:pt x="62" y="-3"/>
                    <a:pt x="8" y="38"/>
                  </a:cubicBezTo>
                  <a:lnTo>
                    <a:pt x="0" y="44"/>
                  </a:lnTo>
                  <a:lnTo>
                    <a:pt x="54" y="342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1602081" y="1815600"/>
              <a:ext cx="69238" cy="102035"/>
            </a:xfrm>
            <a:custGeom>
              <a:avLst/>
              <a:gdLst/>
              <a:ahLst/>
              <a:cxnLst/>
              <a:rect l="l" t="t" r="r" b="b"/>
              <a:pathLst>
                <a:path w="38" h="56" extrusionOk="0">
                  <a:moveTo>
                    <a:pt x="36" y="2"/>
                  </a:moveTo>
                  <a:cubicBezTo>
                    <a:pt x="35" y="1"/>
                    <a:pt x="-2" y="-9"/>
                    <a:pt x="0" y="28"/>
                  </a:cubicBezTo>
                  <a:cubicBezTo>
                    <a:pt x="1" y="64"/>
                    <a:pt x="38" y="56"/>
                    <a:pt x="38" y="55"/>
                  </a:cubicBezTo>
                  <a:cubicBezTo>
                    <a:pt x="38" y="54"/>
                    <a:pt x="36" y="2"/>
                    <a:pt x="36" y="2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1973780" y="1802846"/>
              <a:ext cx="69238" cy="103857"/>
            </a:xfrm>
            <a:custGeom>
              <a:avLst/>
              <a:gdLst/>
              <a:ahLst/>
              <a:cxnLst/>
              <a:rect l="l" t="t" r="r" b="b"/>
              <a:pathLst>
                <a:path w="38" h="57" extrusionOk="0">
                  <a:moveTo>
                    <a:pt x="5" y="1"/>
                  </a:moveTo>
                  <a:cubicBezTo>
                    <a:pt x="6" y="1"/>
                    <a:pt x="39" y="-8"/>
                    <a:pt x="38" y="29"/>
                  </a:cubicBezTo>
                  <a:cubicBezTo>
                    <a:pt x="37" y="65"/>
                    <a:pt x="0" y="57"/>
                    <a:pt x="0" y="56"/>
                  </a:cubicBezTo>
                  <a:cubicBezTo>
                    <a:pt x="0" y="55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1645811" y="1607887"/>
              <a:ext cx="362588" cy="481020"/>
            </a:xfrm>
            <a:custGeom>
              <a:avLst/>
              <a:gdLst/>
              <a:ahLst/>
              <a:cxnLst/>
              <a:rect l="l" t="t" r="r" b="b"/>
              <a:pathLst>
                <a:path w="199" h="264" extrusionOk="0">
                  <a:moveTo>
                    <a:pt x="0" y="112"/>
                  </a:moveTo>
                  <a:cubicBezTo>
                    <a:pt x="6" y="143"/>
                    <a:pt x="5" y="159"/>
                    <a:pt x="10" y="179"/>
                  </a:cubicBezTo>
                  <a:cubicBezTo>
                    <a:pt x="18" y="212"/>
                    <a:pt x="34" y="236"/>
                    <a:pt x="64" y="253"/>
                  </a:cubicBezTo>
                  <a:cubicBezTo>
                    <a:pt x="93" y="269"/>
                    <a:pt x="133" y="269"/>
                    <a:pt x="158" y="247"/>
                  </a:cubicBezTo>
                  <a:cubicBezTo>
                    <a:pt x="175" y="232"/>
                    <a:pt x="187" y="214"/>
                    <a:pt x="190" y="191"/>
                  </a:cubicBezTo>
                  <a:cubicBezTo>
                    <a:pt x="192" y="168"/>
                    <a:pt x="196" y="127"/>
                    <a:pt x="196" y="104"/>
                  </a:cubicBezTo>
                  <a:cubicBezTo>
                    <a:pt x="196" y="61"/>
                    <a:pt x="199" y="21"/>
                    <a:pt x="199" y="21"/>
                  </a:cubicBezTo>
                  <a:lnTo>
                    <a:pt x="79" y="0"/>
                  </a:lnTo>
                  <a:lnTo>
                    <a:pt x="10" y="4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1797041" y="2094374"/>
              <a:ext cx="74704" cy="12754"/>
            </a:xfrm>
            <a:custGeom>
              <a:avLst/>
              <a:gdLst/>
              <a:ahLst/>
              <a:cxnLst/>
              <a:rect l="l" t="t" r="r" b="b"/>
              <a:pathLst>
                <a:path w="41" h="7" extrusionOk="0">
                  <a:moveTo>
                    <a:pt x="41" y="5"/>
                  </a:moveTo>
                  <a:cubicBezTo>
                    <a:pt x="42" y="6"/>
                    <a:pt x="32" y="8"/>
                    <a:pt x="20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-1"/>
                    <a:pt x="9" y="2"/>
                    <a:pt x="21" y="3"/>
                  </a:cubicBezTo>
                  <a:cubicBezTo>
                    <a:pt x="32" y="5"/>
                    <a:pt x="41" y="4"/>
                    <a:pt x="41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1627590" y="1514963"/>
              <a:ext cx="413606" cy="391740"/>
            </a:xfrm>
            <a:custGeom>
              <a:avLst/>
              <a:gdLst/>
              <a:ahLst/>
              <a:cxnLst/>
              <a:rect l="l" t="t" r="r" b="b"/>
              <a:pathLst>
                <a:path w="227" h="215" extrusionOk="0">
                  <a:moveTo>
                    <a:pt x="16" y="215"/>
                  </a:moveTo>
                  <a:cubicBezTo>
                    <a:pt x="13" y="183"/>
                    <a:pt x="10" y="147"/>
                    <a:pt x="5" y="114"/>
                  </a:cubicBezTo>
                  <a:cubicBezTo>
                    <a:pt x="4" y="101"/>
                    <a:pt x="-1" y="83"/>
                    <a:pt x="0" y="71"/>
                  </a:cubicBezTo>
                  <a:cubicBezTo>
                    <a:pt x="1" y="58"/>
                    <a:pt x="3" y="45"/>
                    <a:pt x="8" y="34"/>
                  </a:cubicBezTo>
                  <a:cubicBezTo>
                    <a:pt x="15" y="19"/>
                    <a:pt x="29" y="9"/>
                    <a:pt x="45" y="5"/>
                  </a:cubicBezTo>
                  <a:cubicBezTo>
                    <a:pt x="60" y="2"/>
                    <a:pt x="77" y="7"/>
                    <a:pt x="89" y="17"/>
                  </a:cubicBezTo>
                  <a:cubicBezTo>
                    <a:pt x="98" y="4"/>
                    <a:pt x="115" y="-3"/>
                    <a:pt x="131" y="1"/>
                  </a:cubicBezTo>
                  <a:cubicBezTo>
                    <a:pt x="146" y="5"/>
                    <a:pt x="158" y="18"/>
                    <a:pt x="160" y="34"/>
                  </a:cubicBezTo>
                  <a:cubicBezTo>
                    <a:pt x="169" y="26"/>
                    <a:pt x="183" y="24"/>
                    <a:pt x="193" y="30"/>
                  </a:cubicBezTo>
                  <a:cubicBezTo>
                    <a:pt x="203" y="36"/>
                    <a:pt x="208" y="50"/>
                    <a:pt x="205" y="61"/>
                  </a:cubicBezTo>
                  <a:cubicBezTo>
                    <a:pt x="214" y="62"/>
                    <a:pt x="222" y="68"/>
                    <a:pt x="225" y="76"/>
                  </a:cubicBezTo>
                  <a:cubicBezTo>
                    <a:pt x="229" y="84"/>
                    <a:pt x="228" y="94"/>
                    <a:pt x="223" y="101"/>
                  </a:cubicBezTo>
                  <a:cubicBezTo>
                    <a:pt x="217" y="110"/>
                    <a:pt x="207" y="115"/>
                    <a:pt x="201" y="123"/>
                  </a:cubicBezTo>
                  <a:cubicBezTo>
                    <a:pt x="194" y="132"/>
                    <a:pt x="194" y="146"/>
                    <a:pt x="199" y="156"/>
                  </a:cubicBezTo>
                  <a:lnTo>
                    <a:pt x="16" y="21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32400" rIns="90000" bIns="32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1676786" y="1675303"/>
              <a:ext cx="284240" cy="72882"/>
            </a:xfrm>
            <a:custGeom>
              <a:avLst/>
              <a:gdLst/>
              <a:ahLst/>
              <a:cxnLst/>
              <a:rect l="l" t="t" r="r" b="b"/>
              <a:pathLst>
                <a:path w="156" h="40" extrusionOk="0">
                  <a:moveTo>
                    <a:pt x="156" y="13"/>
                  </a:moveTo>
                  <a:cubicBezTo>
                    <a:pt x="156" y="13"/>
                    <a:pt x="156" y="14"/>
                    <a:pt x="155" y="16"/>
                  </a:cubicBezTo>
                  <a:cubicBezTo>
                    <a:pt x="154" y="18"/>
                    <a:pt x="151" y="21"/>
                    <a:pt x="148" y="24"/>
                  </a:cubicBezTo>
                  <a:cubicBezTo>
                    <a:pt x="144" y="27"/>
                    <a:pt x="139" y="29"/>
                    <a:pt x="132" y="29"/>
                  </a:cubicBezTo>
                  <a:cubicBezTo>
                    <a:pt x="126" y="29"/>
                    <a:pt x="118" y="26"/>
                    <a:pt x="113" y="20"/>
                  </a:cubicBezTo>
                  <a:lnTo>
                    <a:pt x="115" y="19"/>
                  </a:lnTo>
                  <a:cubicBezTo>
                    <a:pt x="114" y="27"/>
                    <a:pt x="108" y="34"/>
                    <a:pt x="99" y="38"/>
                  </a:cubicBezTo>
                  <a:cubicBezTo>
                    <a:pt x="91" y="41"/>
                    <a:pt x="80" y="40"/>
                    <a:pt x="72" y="34"/>
                  </a:cubicBezTo>
                  <a:cubicBezTo>
                    <a:pt x="65" y="29"/>
                    <a:pt x="60" y="22"/>
                    <a:pt x="57" y="14"/>
                  </a:cubicBezTo>
                  <a:lnTo>
                    <a:pt x="60" y="15"/>
                  </a:lnTo>
                  <a:cubicBezTo>
                    <a:pt x="53" y="24"/>
                    <a:pt x="42" y="29"/>
                    <a:pt x="33" y="30"/>
                  </a:cubicBezTo>
                  <a:cubicBezTo>
                    <a:pt x="23" y="30"/>
                    <a:pt x="15" y="25"/>
                    <a:pt x="10" y="20"/>
                  </a:cubicBezTo>
                  <a:cubicBezTo>
                    <a:pt x="5" y="15"/>
                    <a:pt x="2" y="10"/>
                    <a:pt x="1" y="6"/>
                  </a:cubicBezTo>
                  <a:cubicBezTo>
                    <a:pt x="0" y="2"/>
                    <a:pt x="1" y="0"/>
                    <a:pt x="1" y="0"/>
                  </a:cubicBezTo>
                  <a:cubicBezTo>
                    <a:pt x="1" y="0"/>
                    <a:pt x="1" y="2"/>
                    <a:pt x="2" y="6"/>
                  </a:cubicBezTo>
                  <a:cubicBezTo>
                    <a:pt x="4" y="9"/>
                    <a:pt x="6" y="14"/>
                    <a:pt x="11" y="19"/>
                  </a:cubicBezTo>
                  <a:cubicBezTo>
                    <a:pt x="16" y="23"/>
                    <a:pt x="23" y="27"/>
                    <a:pt x="32" y="27"/>
                  </a:cubicBezTo>
                  <a:cubicBezTo>
                    <a:pt x="41" y="26"/>
                    <a:pt x="51" y="22"/>
                    <a:pt x="57" y="13"/>
                  </a:cubicBezTo>
                  <a:lnTo>
                    <a:pt x="59" y="10"/>
                  </a:lnTo>
                  <a:lnTo>
                    <a:pt x="60" y="13"/>
                  </a:lnTo>
                  <a:cubicBezTo>
                    <a:pt x="63" y="20"/>
                    <a:pt x="67" y="27"/>
                    <a:pt x="74" y="31"/>
                  </a:cubicBezTo>
                  <a:cubicBezTo>
                    <a:pt x="81" y="37"/>
                    <a:pt x="91" y="38"/>
                    <a:pt x="98" y="35"/>
                  </a:cubicBezTo>
                  <a:cubicBezTo>
                    <a:pt x="106" y="32"/>
                    <a:pt x="111" y="26"/>
                    <a:pt x="113" y="19"/>
                  </a:cubicBezTo>
                  <a:lnTo>
                    <a:pt x="113" y="16"/>
                  </a:lnTo>
                  <a:lnTo>
                    <a:pt x="115" y="18"/>
                  </a:lnTo>
                  <a:cubicBezTo>
                    <a:pt x="120" y="24"/>
                    <a:pt x="126" y="26"/>
                    <a:pt x="132" y="27"/>
                  </a:cubicBezTo>
                  <a:cubicBezTo>
                    <a:pt x="138" y="27"/>
                    <a:pt x="143" y="25"/>
                    <a:pt x="147" y="23"/>
                  </a:cubicBezTo>
                  <a:cubicBezTo>
                    <a:pt x="154" y="18"/>
                    <a:pt x="156" y="12"/>
                    <a:pt x="156" y="1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1798863" y="1575090"/>
              <a:ext cx="162163" cy="96568"/>
            </a:xfrm>
            <a:custGeom>
              <a:avLst/>
              <a:gdLst/>
              <a:ahLst/>
              <a:cxnLst/>
              <a:rect l="l" t="t" r="r" b="b"/>
              <a:pathLst>
                <a:path w="89" h="53" extrusionOk="0">
                  <a:moveTo>
                    <a:pt x="89" y="53"/>
                  </a:moveTo>
                  <a:cubicBezTo>
                    <a:pt x="88" y="53"/>
                    <a:pt x="89" y="47"/>
                    <a:pt x="84" y="40"/>
                  </a:cubicBezTo>
                  <a:cubicBezTo>
                    <a:pt x="81" y="36"/>
                    <a:pt x="77" y="33"/>
                    <a:pt x="71" y="31"/>
                  </a:cubicBezTo>
                  <a:cubicBezTo>
                    <a:pt x="65" y="30"/>
                    <a:pt x="58" y="31"/>
                    <a:pt x="53" y="35"/>
                  </a:cubicBezTo>
                  <a:lnTo>
                    <a:pt x="50" y="37"/>
                  </a:lnTo>
                  <a:lnTo>
                    <a:pt x="50" y="33"/>
                  </a:lnTo>
                  <a:cubicBezTo>
                    <a:pt x="50" y="30"/>
                    <a:pt x="50" y="26"/>
                    <a:pt x="49" y="23"/>
                  </a:cubicBezTo>
                  <a:cubicBezTo>
                    <a:pt x="46" y="15"/>
                    <a:pt x="41" y="8"/>
                    <a:pt x="34" y="5"/>
                  </a:cubicBezTo>
                  <a:cubicBezTo>
                    <a:pt x="28" y="2"/>
                    <a:pt x="21" y="2"/>
                    <a:pt x="15" y="4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0" y="12"/>
                    <a:pt x="0" y="11"/>
                    <a:pt x="3" y="8"/>
                  </a:cubicBezTo>
                  <a:cubicBezTo>
                    <a:pt x="5" y="6"/>
                    <a:pt x="9" y="3"/>
                    <a:pt x="15" y="1"/>
                  </a:cubicBezTo>
                  <a:cubicBezTo>
                    <a:pt x="20" y="0"/>
                    <a:pt x="28" y="-1"/>
                    <a:pt x="35" y="3"/>
                  </a:cubicBezTo>
                  <a:cubicBezTo>
                    <a:pt x="43" y="6"/>
                    <a:pt x="49" y="13"/>
                    <a:pt x="52" y="22"/>
                  </a:cubicBezTo>
                  <a:cubicBezTo>
                    <a:pt x="53" y="26"/>
                    <a:pt x="54" y="30"/>
                    <a:pt x="53" y="34"/>
                  </a:cubicBezTo>
                  <a:lnTo>
                    <a:pt x="51" y="32"/>
                  </a:lnTo>
                  <a:cubicBezTo>
                    <a:pt x="57" y="27"/>
                    <a:pt x="65" y="27"/>
                    <a:pt x="72" y="28"/>
                  </a:cubicBezTo>
                  <a:cubicBezTo>
                    <a:pt x="78" y="30"/>
                    <a:pt x="83" y="34"/>
                    <a:pt x="85" y="39"/>
                  </a:cubicBezTo>
                  <a:cubicBezTo>
                    <a:pt x="88" y="43"/>
                    <a:pt x="89" y="47"/>
                    <a:pt x="89" y="49"/>
                  </a:cubicBezTo>
                  <a:cubicBezTo>
                    <a:pt x="89" y="52"/>
                    <a:pt x="89" y="53"/>
                    <a:pt x="89" y="5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1793397" y="1622463"/>
              <a:ext cx="30975" cy="51017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5" y="28"/>
                  </a:moveTo>
                  <a:cubicBezTo>
                    <a:pt x="15" y="28"/>
                    <a:pt x="15" y="26"/>
                    <a:pt x="15" y="23"/>
                  </a:cubicBezTo>
                  <a:cubicBezTo>
                    <a:pt x="15" y="20"/>
                    <a:pt x="14" y="16"/>
                    <a:pt x="11" y="12"/>
                  </a:cubicBezTo>
                  <a:cubicBezTo>
                    <a:pt x="9" y="8"/>
                    <a:pt x="6" y="5"/>
                    <a:pt x="4" y="3"/>
                  </a:cubicBezTo>
                  <a:cubicBezTo>
                    <a:pt x="3" y="1"/>
                    <a:pt x="1" y="2"/>
                    <a:pt x="1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4" y="-1"/>
                    <a:pt x="6" y="1"/>
                  </a:cubicBezTo>
                  <a:cubicBezTo>
                    <a:pt x="8" y="2"/>
                    <a:pt x="9" y="3"/>
                    <a:pt x="10" y="5"/>
                  </a:cubicBezTo>
                  <a:cubicBezTo>
                    <a:pt x="11" y="6"/>
                    <a:pt x="13" y="8"/>
                    <a:pt x="14" y="11"/>
                  </a:cubicBezTo>
                  <a:cubicBezTo>
                    <a:pt x="17" y="15"/>
                    <a:pt x="18" y="20"/>
                    <a:pt x="17" y="23"/>
                  </a:cubicBezTo>
                  <a:cubicBezTo>
                    <a:pt x="17" y="27"/>
                    <a:pt x="16" y="28"/>
                    <a:pt x="15" y="2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1691362" y="1562336"/>
              <a:ext cx="65594" cy="27331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0" y="15"/>
                  </a:moveTo>
                  <a:cubicBezTo>
                    <a:pt x="0" y="15"/>
                    <a:pt x="0" y="12"/>
                    <a:pt x="2" y="8"/>
                  </a:cubicBezTo>
                  <a:cubicBezTo>
                    <a:pt x="3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5" y="1"/>
                    <a:pt x="29" y="6"/>
                    <a:pt x="32" y="9"/>
                  </a:cubicBezTo>
                  <a:cubicBezTo>
                    <a:pt x="35" y="13"/>
                    <a:pt x="36" y="15"/>
                    <a:pt x="36" y="15"/>
                  </a:cubicBezTo>
                  <a:cubicBezTo>
                    <a:pt x="35" y="16"/>
                    <a:pt x="33" y="14"/>
                    <a:pt x="30" y="11"/>
                  </a:cubicBezTo>
                  <a:cubicBezTo>
                    <a:pt x="27" y="8"/>
                    <a:pt x="23" y="4"/>
                    <a:pt x="17" y="4"/>
                  </a:cubicBezTo>
                  <a:cubicBezTo>
                    <a:pt x="11" y="3"/>
                    <a:pt x="7" y="6"/>
                    <a:pt x="4" y="9"/>
                  </a:cubicBezTo>
                  <a:cubicBezTo>
                    <a:pt x="2" y="13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1693184" y="1782804"/>
              <a:ext cx="32797" cy="91102"/>
            </a:xfrm>
            <a:custGeom>
              <a:avLst/>
              <a:gdLst/>
              <a:ahLst/>
              <a:cxnLst/>
              <a:rect l="l" t="t" r="r" b="b"/>
              <a:pathLst>
                <a:path w="18" h="50" extrusionOk="0">
                  <a:moveTo>
                    <a:pt x="18" y="50"/>
                  </a:moveTo>
                  <a:cubicBezTo>
                    <a:pt x="17" y="51"/>
                    <a:pt x="10" y="41"/>
                    <a:pt x="5" y="27"/>
                  </a:cubicBezTo>
                  <a:cubicBezTo>
                    <a:pt x="0" y="12"/>
                    <a:pt x="0" y="0"/>
                    <a:pt x="0" y="0"/>
                  </a:cubicBezTo>
                  <a:cubicBezTo>
                    <a:pt x="1" y="0"/>
                    <a:pt x="3" y="12"/>
                    <a:pt x="8" y="25"/>
                  </a:cubicBezTo>
                  <a:cubicBezTo>
                    <a:pt x="13" y="39"/>
                    <a:pt x="18" y="50"/>
                    <a:pt x="18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1729625" y="1826533"/>
              <a:ext cx="25509" cy="63772"/>
            </a:xfrm>
            <a:custGeom>
              <a:avLst/>
              <a:gdLst/>
              <a:ahLst/>
              <a:cxnLst/>
              <a:rect l="l" t="t" r="r" b="b"/>
              <a:pathLst>
                <a:path w="14" h="35" extrusionOk="0">
                  <a:moveTo>
                    <a:pt x="14" y="35"/>
                  </a:moveTo>
                  <a:cubicBezTo>
                    <a:pt x="13" y="35"/>
                    <a:pt x="9" y="28"/>
                    <a:pt x="5" y="18"/>
                  </a:cubicBezTo>
                  <a:cubicBezTo>
                    <a:pt x="1" y="8"/>
                    <a:pt x="0" y="0"/>
                    <a:pt x="0" y="0"/>
                  </a:cubicBezTo>
                  <a:cubicBezTo>
                    <a:pt x="1" y="-1"/>
                    <a:pt x="4" y="7"/>
                    <a:pt x="8" y="17"/>
                  </a:cubicBezTo>
                  <a:cubicBezTo>
                    <a:pt x="12" y="27"/>
                    <a:pt x="15" y="35"/>
                    <a:pt x="14" y="3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1899076" y="1893948"/>
              <a:ext cx="40085" cy="109323"/>
            </a:xfrm>
            <a:custGeom>
              <a:avLst/>
              <a:gdLst/>
              <a:ahLst/>
              <a:cxnLst/>
              <a:rect l="l" t="t" r="r" b="b"/>
              <a:pathLst>
                <a:path w="22" h="60" extrusionOk="0">
                  <a:moveTo>
                    <a:pt x="22" y="1"/>
                  </a:moveTo>
                  <a:cubicBezTo>
                    <a:pt x="23" y="0"/>
                    <a:pt x="24" y="16"/>
                    <a:pt x="18" y="33"/>
                  </a:cubicBezTo>
                  <a:cubicBezTo>
                    <a:pt x="11" y="50"/>
                    <a:pt x="0" y="61"/>
                    <a:pt x="0" y="60"/>
                  </a:cubicBezTo>
                  <a:cubicBezTo>
                    <a:pt x="-1" y="59"/>
                    <a:pt x="9" y="48"/>
                    <a:pt x="15" y="32"/>
                  </a:cubicBezTo>
                  <a:cubicBezTo>
                    <a:pt x="21" y="15"/>
                    <a:pt x="21" y="0"/>
                    <a:pt x="22" y="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1950093" y="1846575"/>
              <a:ext cx="25509" cy="100212"/>
            </a:xfrm>
            <a:custGeom>
              <a:avLst/>
              <a:gdLst/>
              <a:ahLst/>
              <a:cxnLst/>
              <a:rect l="l" t="t" r="r" b="b"/>
              <a:pathLst>
                <a:path w="14" h="55" extrusionOk="0">
                  <a:moveTo>
                    <a:pt x="10" y="0"/>
                  </a:moveTo>
                  <a:cubicBezTo>
                    <a:pt x="11" y="-1"/>
                    <a:pt x="16" y="12"/>
                    <a:pt x="13" y="29"/>
                  </a:cubicBezTo>
                  <a:cubicBezTo>
                    <a:pt x="10" y="45"/>
                    <a:pt x="1" y="56"/>
                    <a:pt x="0" y="55"/>
                  </a:cubicBezTo>
                  <a:cubicBezTo>
                    <a:pt x="-1" y="55"/>
                    <a:pt x="6" y="44"/>
                    <a:pt x="9" y="28"/>
                  </a:cubicBezTo>
                  <a:cubicBezTo>
                    <a:pt x="12" y="13"/>
                    <a:pt x="9" y="0"/>
                    <a:pt x="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1394368" y="3262306"/>
              <a:ext cx="854543" cy="2011538"/>
            </a:xfrm>
            <a:custGeom>
              <a:avLst/>
              <a:gdLst/>
              <a:ahLst/>
              <a:cxnLst/>
              <a:rect l="l" t="t" r="r" b="b"/>
              <a:pathLst>
                <a:path w="469" h="1104" extrusionOk="0">
                  <a:moveTo>
                    <a:pt x="269" y="239"/>
                  </a:moveTo>
                  <a:lnTo>
                    <a:pt x="304" y="580"/>
                  </a:lnTo>
                  <a:lnTo>
                    <a:pt x="329" y="1094"/>
                  </a:lnTo>
                  <a:lnTo>
                    <a:pt x="465" y="1094"/>
                  </a:lnTo>
                  <a:lnTo>
                    <a:pt x="469" y="0"/>
                  </a:lnTo>
                  <a:lnTo>
                    <a:pt x="80" y="28"/>
                  </a:lnTo>
                  <a:lnTo>
                    <a:pt x="0" y="602"/>
                  </a:lnTo>
                  <a:lnTo>
                    <a:pt x="70" y="1104"/>
                  </a:lnTo>
                  <a:lnTo>
                    <a:pt x="218" y="1104"/>
                  </a:lnTo>
                  <a:lnTo>
                    <a:pt x="184" y="626"/>
                  </a:lnTo>
                  <a:lnTo>
                    <a:pt x="269" y="2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1784287" y="3697775"/>
              <a:ext cx="100213" cy="89280"/>
            </a:xfrm>
            <a:custGeom>
              <a:avLst/>
              <a:gdLst/>
              <a:ahLst/>
              <a:cxnLst/>
              <a:rect l="l" t="t" r="r" b="b"/>
              <a:pathLst>
                <a:path w="55" h="49" extrusionOk="0">
                  <a:moveTo>
                    <a:pt x="55" y="0"/>
                  </a:moveTo>
                  <a:cubicBezTo>
                    <a:pt x="55" y="0"/>
                    <a:pt x="43" y="12"/>
                    <a:pt x="28" y="26"/>
                  </a:cubicBezTo>
                  <a:cubicBezTo>
                    <a:pt x="13" y="39"/>
                    <a:pt x="0" y="50"/>
                    <a:pt x="0" y="49"/>
                  </a:cubicBezTo>
                  <a:cubicBezTo>
                    <a:pt x="-1" y="49"/>
                    <a:pt x="10" y="37"/>
                    <a:pt x="26" y="23"/>
                  </a:cubicBezTo>
                  <a:cubicBezTo>
                    <a:pt x="40" y="10"/>
                    <a:pt x="54" y="-1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1880855" y="3524681"/>
              <a:ext cx="9110" cy="160340"/>
            </a:xfrm>
            <a:custGeom>
              <a:avLst/>
              <a:gdLst/>
              <a:ahLst/>
              <a:cxnLst/>
              <a:rect l="l" t="t" r="r" b="b"/>
              <a:pathLst>
                <a:path w="5" h="88" extrusionOk="0">
                  <a:moveTo>
                    <a:pt x="1" y="88"/>
                  </a:moveTo>
                  <a:cubicBezTo>
                    <a:pt x="0" y="88"/>
                    <a:pt x="1" y="68"/>
                    <a:pt x="2" y="44"/>
                  </a:cubicBezTo>
                  <a:cubicBezTo>
                    <a:pt x="3" y="20"/>
                    <a:pt x="4" y="0"/>
                    <a:pt x="4" y="0"/>
                  </a:cubicBezTo>
                  <a:cubicBezTo>
                    <a:pt x="5" y="0"/>
                    <a:pt x="6" y="20"/>
                    <a:pt x="5" y="44"/>
                  </a:cubicBezTo>
                  <a:cubicBezTo>
                    <a:pt x="4" y="68"/>
                    <a:pt x="2" y="88"/>
                    <a:pt x="1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1964670" y="3442689"/>
              <a:ext cx="233223" cy="225934"/>
            </a:xfrm>
            <a:custGeom>
              <a:avLst/>
              <a:gdLst/>
              <a:ahLst/>
              <a:cxnLst/>
              <a:rect l="l" t="t" r="r" b="b"/>
              <a:pathLst>
                <a:path w="128" h="124" extrusionOk="0">
                  <a:moveTo>
                    <a:pt x="0" y="6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4" y="5"/>
                    <a:pt x="6" y="5"/>
                    <a:pt x="9" y="5"/>
                  </a:cubicBezTo>
                  <a:cubicBezTo>
                    <a:pt x="15" y="5"/>
                    <a:pt x="24" y="4"/>
                    <a:pt x="35" y="4"/>
                  </a:cubicBezTo>
                  <a:cubicBezTo>
                    <a:pt x="57" y="3"/>
                    <a:pt x="89" y="1"/>
                    <a:pt x="127" y="0"/>
                  </a:cubicBezTo>
                  <a:lnTo>
                    <a:pt x="128" y="0"/>
                  </a:lnTo>
                  <a:lnTo>
                    <a:pt x="128" y="1"/>
                  </a:lnTo>
                  <a:cubicBezTo>
                    <a:pt x="128" y="30"/>
                    <a:pt x="128" y="63"/>
                    <a:pt x="128" y="97"/>
                  </a:cubicBezTo>
                  <a:lnTo>
                    <a:pt x="128" y="100"/>
                  </a:lnTo>
                  <a:lnTo>
                    <a:pt x="127" y="100"/>
                  </a:lnTo>
                  <a:cubicBezTo>
                    <a:pt x="107" y="109"/>
                    <a:pt x="86" y="117"/>
                    <a:pt x="68" y="124"/>
                  </a:cubicBezTo>
                  <a:lnTo>
                    <a:pt x="67" y="124"/>
                  </a:lnTo>
                  <a:lnTo>
                    <a:pt x="66" y="124"/>
                  </a:lnTo>
                  <a:cubicBezTo>
                    <a:pt x="47" y="118"/>
                    <a:pt x="30" y="111"/>
                    <a:pt x="13" y="106"/>
                  </a:cubicBezTo>
                  <a:lnTo>
                    <a:pt x="13" y="106"/>
                  </a:lnTo>
                  <a:lnTo>
                    <a:pt x="13" y="105"/>
                  </a:lnTo>
                  <a:cubicBezTo>
                    <a:pt x="9" y="75"/>
                    <a:pt x="5" y="50"/>
                    <a:pt x="3" y="32"/>
                  </a:cubicBezTo>
                  <a:cubicBezTo>
                    <a:pt x="2" y="24"/>
                    <a:pt x="1" y="17"/>
                    <a:pt x="1" y="12"/>
                  </a:cubicBezTo>
                  <a:cubicBezTo>
                    <a:pt x="0" y="8"/>
                    <a:pt x="0" y="5"/>
                    <a:pt x="0" y="6"/>
                  </a:cubicBezTo>
                  <a:lnTo>
                    <a:pt x="0" y="8"/>
                  </a:lnTo>
                  <a:cubicBezTo>
                    <a:pt x="1" y="9"/>
                    <a:pt x="1" y="11"/>
                    <a:pt x="1" y="13"/>
                  </a:cubicBezTo>
                  <a:cubicBezTo>
                    <a:pt x="2" y="18"/>
                    <a:pt x="3" y="25"/>
                    <a:pt x="5" y="33"/>
                  </a:cubicBezTo>
                  <a:cubicBezTo>
                    <a:pt x="7" y="51"/>
                    <a:pt x="11" y="75"/>
                    <a:pt x="15" y="104"/>
                  </a:cubicBezTo>
                  <a:lnTo>
                    <a:pt x="14" y="103"/>
                  </a:lnTo>
                  <a:cubicBezTo>
                    <a:pt x="31" y="109"/>
                    <a:pt x="48" y="115"/>
                    <a:pt x="67" y="121"/>
                  </a:cubicBezTo>
                  <a:lnTo>
                    <a:pt x="66" y="121"/>
                  </a:lnTo>
                  <a:cubicBezTo>
                    <a:pt x="85" y="114"/>
                    <a:pt x="105" y="105"/>
                    <a:pt x="126" y="97"/>
                  </a:cubicBezTo>
                  <a:lnTo>
                    <a:pt x="125" y="99"/>
                  </a:lnTo>
                  <a:lnTo>
                    <a:pt x="125" y="97"/>
                  </a:lnTo>
                  <a:cubicBezTo>
                    <a:pt x="125" y="63"/>
                    <a:pt x="125" y="30"/>
                    <a:pt x="125" y="1"/>
                  </a:cubicBezTo>
                  <a:lnTo>
                    <a:pt x="127" y="3"/>
                  </a:lnTo>
                  <a:cubicBezTo>
                    <a:pt x="90" y="4"/>
                    <a:pt x="58" y="5"/>
                    <a:pt x="36" y="5"/>
                  </a:cubicBezTo>
                  <a:cubicBezTo>
                    <a:pt x="25" y="5"/>
                    <a:pt x="16" y="5"/>
                    <a:pt x="10" y="6"/>
                  </a:cubicBezTo>
                  <a:cubicBezTo>
                    <a:pt x="7" y="6"/>
                    <a:pt x="5" y="6"/>
                    <a:pt x="3" y="6"/>
                  </a:cubicBezTo>
                  <a:cubicBezTo>
                    <a:pt x="1" y="6"/>
                    <a:pt x="0" y="6"/>
                    <a:pt x="0" y="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1602081" y="3449977"/>
              <a:ext cx="218646" cy="251442"/>
            </a:xfrm>
            <a:custGeom>
              <a:avLst/>
              <a:gdLst/>
              <a:ahLst/>
              <a:cxnLst/>
              <a:rect l="l" t="t" r="r" b="b"/>
              <a:pathLst>
                <a:path w="120" h="138" extrusionOk="0">
                  <a:moveTo>
                    <a:pt x="3" y="3"/>
                  </a:moveTo>
                  <a:cubicBezTo>
                    <a:pt x="3" y="3"/>
                    <a:pt x="4" y="3"/>
                    <a:pt x="5" y="3"/>
                  </a:cubicBezTo>
                  <a:cubicBezTo>
                    <a:pt x="7" y="3"/>
                    <a:pt x="9" y="3"/>
                    <a:pt x="11" y="3"/>
                  </a:cubicBezTo>
                  <a:cubicBezTo>
                    <a:pt x="17" y="3"/>
                    <a:pt x="25" y="2"/>
                    <a:pt x="35" y="2"/>
                  </a:cubicBezTo>
                  <a:cubicBezTo>
                    <a:pt x="55" y="2"/>
                    <a:pt x="84" y="1"/>
                    <a:pt x="118" y="0"/>
                  </a:cubicBezTo>
                  <a:lnTo>
                    <a:pt x="120" y="0"/>
                  </a:lnTo>
                  <a:lnTo>
                    <a:pt x="120" y="2"/>
                  </a:lnTo>
                  <a:cubicBezTo>
                    <a:pt x="119" y="30"/>
                    <a:pt x="118" y="63"/>
                    <a:pt x="117" y="97"/>
                  </a:cubicBezTo>
                  <a:lnTo>
                    <a:pt x="117" y="98"/>
                  </a:lnTo>
                  <a:lnTo>
                    <a:pt x="116" y="99"/>
                  </a:lnTo>
                  <a:cubicBezTo>
                    <a:pt x="113" y="101"/>
                    <a:pt x="110" y="103"/>
                    <a:pt x="106" y="105"/>
                  </a:cubicBezTo>
                  <a:cubicBezTo>
                    <a:pt x="89" y="116"/>
                    <a:pt x="73" y="127"/>
                    <a:pt x="57" y="137"/>
                  </a:cubicBezTo>
                  <a:lnTo>
                    <a:pt x="56" y="138"/>
                  </a:lnTo>
                  <a:lnTo>
                    <a:pt x="56" y="137"/>
                  </a:lnTo>
                  <a:cubicBezTo>
                    <a:pt x="36" y="125"/>
                    <a:pt x="17" y="114"/>
                    <a:pt x="0" y="103"/>
                  </a:cubicBezTo>
                  <a:lnTo>
                    <a:pt x="0" y="103"/>
                  </a:lnTo>
                  <a:lnTo>
                    <a:pt x="0" y="102"/>
                  </a:lnTo>
                  <a:cubicBezTo>
                    <a:pt x="1" y="72"/>
                    <a:pt x="1" y="48"/>
                    <a:pt x="2" y="30"/>
                  </a:cubicBezTo>
                  <a:cubicBezTo>
                    <a:pt x="2" y="22"/>
                    <a:pt x="3" y="15"/>
                    <a:pt x="3" y="10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7"/>
                    <a:pt x="4" y="8"/>
                    <a:pt x="4" y="11"/>
                  </a:cubicBezTo>
                  <a:cubicBezTo>
                    <a:pt x="4" y="16"/>
                    <a:pt x="4" y="22"/>
                    <a:pt x="3" y="31"/>
                  </a:cubicBezTo>
                  <a:cubicBezTo>
                    <a:pt x="3" y="48"/>
                    <a:pt x="3" y="73"/>
                    <a:pt x="2" y="102"/>
                  </a:cubicBezTo>
                  <a:lnTo>
                    <a:pt x="2" y="101"/>
                  </a:lnTo>
                  <a:cubicBezTo>
                    <a:pt x="19" y="111"/>
                    <a:pt x="37" y="122"/>
                    <a:pt x="57" y="134"/>
                  </a:cubicBezTo>
                  <a:lnTo>
                    <a:pt x="56" y="134"/>
                  </a:lnTo>
                  <a:cubicBezTo>
                    <a:pt x="71" y="124"/>
                    <a:pt x="88" y="113"/>
                    <a:pt x="105" y="102"/>
                  </a:cubicBezTo>
                  <a:lnTo>
                    <a:pt x="114" y="96"/>
                  </a:lnTo>
                  <a:lnTo>
                    <a:pt x="114" y="97"/>
                  </a:lnTo>
                  <a:cubicBezTo>
                    <a:pt x="115" y="62"/>
                    <a:pt x="116" y="30"/>
                    <a:pt x="117" y="1"/>
                  </a:cubicBezTo>
                  <a:lnTo>
                    <a:pt x="119" y="3"/>
                  </a:lnTo>
                  <a:cubicBezTo>
                    <a:pt x="85" y="3"/>
                    <a:pt x="56" y="3"/>
                    <a:pt x="36" y="4"/>
                  </a:cubicBezTo>
                  <a:cubicBezTo>
                    <a:pt x="26" y="4"/>
                    <a:pt x="18" y="4"/>
                    <a:pt x="12" y="4"/>
                  </a:cubicBezTo>
                  <a:cubicBezTo>
                    <a:pt x="9" y="4"/>
                    <a:pt x="7" y="4"/>
                    <a:pt x="6" y="3"/>
                  </a:cubicBezTo>
                  <a:cubicBezTo>
                    <a:pt x="4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1946449" y="3706885"/>
              <a:ext cx="225935" cy="30975"/>
            </a:xfrm>
            <a:custGeom>
              <a:avLst/>
              <a:gdLst/>
              <a:ahLst/>
              <a:cxnLst/>
              <a:rect l="l" t="t" r="r" b="b"/>
              <a:pathLst>
                <a:path w="124" h="17" extrusionOk="0">
                  <a:moveTo>
                    <a:pt x="124" y="17"/>
                  </a:moveTo>
                  <a:cubicBezTo>
                    <a:pt x="124" y="17"/>
                    <a:pt x="116" y="17"/>
                    <a:pt x="105" y="16"/>
                  </a:cubicBezTo>
                  <a:cubicBezTo>
                    <a:pt x="93" y="15"/>
                    <a:pt x="79" y="14"/>
                    <a:pt x="61" y="12"/>
                  </a:cubicBezTo>
                  <a:cubicBezTo>
                    <a:pt x="44" y="9"/>
                    <a:pt x="29" y="7"/>
                    <a:pt x="18" y="5"/>
                  </a:cubicBezTo>
                  <a:cubicBezTo>
                    <a:pt x="6" y="3"/>
                    <a:pt x="0" y="1"/>
                    <a:pt x="0" y="1"/>
                  </a:cubicBezTo>
                  <a:cubicBezTo>
                    <a:pt x="0" y="0"/>
                    <a:pt x="7" y="1"/>
                    <a:pt x="18" y="2"/>
                  </a:cubicBezTo>
                  <a:cubicBezTo>
                    <a:pt x="30" y="4"/>
                    <a:pt x="45" y="6"/>
                    <a:pt x="62" y="8"/>
                  </a:cubicBezTo>
                  <a:cubicBezTo>
                    <a:pt x="78" y="10"/>
                    <a:pt x="93" y="12"/>
                    <a:pt x="106" y="14"/>
                  </a:cubicBezTo>
                  <a:cubicBezTo>
                    <a:pt x="117" y="15"/>
                    <a:pt x="124" y="16"/>
                    <a:pt x="124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997466" y="4295407"/>
              <a:ext cx="169451" cy="151230"/>
            </a:xfrm>
            <a:custGeom>
              <a:avLst/>
              <a:gdLst/>
              <a:ahLst/>
              <a:cxnLst/>
              <a:rect l="l" t="t" r="r" b="b"/>
              <a:pathLst>
                <a:path w="93" h="83" extrusionOk="0">
                  <a:moveTo>
                    <a:pt x="93" y="74"/>
                  </a:moveTo>
                  <a:cubicBezTo>
                    <a:pt x="93" y="74"/>
                    <a:pt x="92" y="76"/>
                    <a:pt x="89" y="78"/>
                  </a:cubicBezTo>
                  <a:cubicBezTo>
                    <a:pt x="87" y="81"/>
                    <a:pt x="82" y="83"/>
                    <a:pt x="76" y="83"/>
                  </a:cubicBezTo>
                  <a:cubicBezTo>
                    <a:pt x="69" y="83"/>
                    <a:pt x="62" y="80"/>
                    <a:pt x="55" y="75"/>
                  </a:cubicBezTo>
                  <a:cubicBezTo>
                    <a:pt x="49" y="70"/>
                    <a:pt x="43" y="64"/>
                    <a:pt x="37" y="57"/>
                  </a:cubicBezTo>
                  <a:cubicBezTo>
                    <a:pt x="25" y="43"/>
                    <a:pt x="15" y="29"/>
                    <a:pt x="9" y="18"/>
                  </a:cubicBezTo>
                  <a:cubicBezTo>
                    <a:pt x="3" y="8"/>
                    <a:pt x="0" y="1"/>
                    <a:pt x="1" y="0"/>
                  </a:cubicBezTo>
                  <a:cubicBezTo>
                    <a:pt x="1" y="0"/>
                    <a:pt x="4" y="7"/>
                    <a:pt x="11" y="17"/>
                  </a:cubicBezTo>
                  <a:cubicBezTo>
                    <a:pt x="17" y="27"/>
                    <a:pt x="27" y="41"/>
                    <a:pt x="39" y="55"/>
                  </a:cubicBezTo>
                  <a:cubicBezTo>
                    <a:pt x="45" y="62"/>
                    <a:pt x="51" y="68"/>
                    <a:pt x="57" y="73"/>
                  </a:cubicBezTo>
                  <a:cubicBezTo>
                    <a:pt x="63" y="78"/>
                    <a:pt x="70" y="81"/>
                    <a:pt x="76" y="81"/>
                  </a:cubicBezTo>
                  <a:cubicBezTo>
                    <a:pt x="81" y="81"/>
                    <a:pt x="86" y="79"/>
                    <a:pt x="89" y="77"/>
                  </a:cubicBezTo>
                  <a:cubicBezTo>
                    <a:pt x="91" y="76"/>
                    <a:pt x="92" y="74"/>
                    <a:pt x="9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1521911" y="4384687"/>
              <a:ext cx="156697" cy="100212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6" y="37"/>
                  </a:moveTo>
                  <a:cubicBezTo>
                    <a:pt x="86" y="37"/>
                    <a:pt x="86" y="39"/>
                    <a:pt x="84" y="41"/>
                  </a:cubicBezTo>
                  <a:cubicBezTo>
                    <a:pt x="82" y="44"/>
                    <a:pt x="79" y="47"/>
                    <a:pt x="75" y="50"/>
                  </a:cubicBezTo>
                  <a:cubicBezTo>
                    <a:pt x="70" y="53"/>
                    <a:pt x="63" y="55"/>
                    <a:pt x="56" y="55"/>
                  </a:cubicBezTo>
                  <a:cubicBezTo>
                    <a:pt x="49" y="55"/>
                    <a:pt x="41" y="53"/>
                    <a:pt x="34" y="48"/>
                  </a:cubicBezTo>
                  <a:cubicBezTo>
                    <a:pt x="19" y="39"/>
                    <a:pt x="12" y="25"/>
                    <a:pt x="7" y="16"/>
                  </a:cubicBezTo>
                  <a:cubicBezTo>
                    <a:pt x="2" y="6"/>
                    <a:pt x="0" y="0"/>
                    <a:pt x="0" y="0"/>
                  </a:cubicBezTo>
                  <a:cubicBezTo>
                    <a:pt x="0" y="0"/>
                    <a:pt x="3" y="6"/>
                    <a:pt x="9" y="15"/>
                  </a:cubicBezTo>
                  <a:cubicBezTo>
                    <a:pt x="14" y="24"/>
                    <a:pt x="22" y="37"/>
                    <a:pt x="35" y="45"/>
                  </a:cubicBezTo>
                  <a:cubicBezTo>
                    <a:pt x="42" y="50"/>
                    <a:pt x="49" y="52"/>
                    <a:pt x="56" y="52"/>
                  </a:cubicBezTo>
                  <a:cubicBezTo>
                    <a:pt x="63" y="52"/>
                    <a:pt x="69" y="51"/>
                    <a:pt x="73" y="48"/>
                  </a:cubicBezTo>
                  <a:cubicBezTo>
                    <a:pt x="83" y="43"/>
                    <a:pt x="85" y="37"/>
                    <a:pt x="8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541954" y="4359178"/>
              <a:ext cx="153052" cy="23687"/>
            </a:xfrm>
            <a:custGeom>
              <a:avLst/>
              <a:gdLst/>
              <a:ahLst/>
              <a:cxnLst/>
              <a:rect l="l" t="t" r="r" b="b"/>
              <a:pathLst>
                <a:path w="84" h="13" extrusionOk="0">
                  <a:moveTo>
                    <a:pt x="84" y="0"/>
                  </a:moveTo>
                  <a:cubicBezTo>
                    <a:pt x="84" y="0"/>
                    <a:pt x="80" y="3"/>
                    <a:pt x="72" y="6"/>
                  </a:cubicBezTo>
                  <a:cubicBezTo>
                    <a:pt x="65" y="9"/>
                    <a:pt x="54" y="12"/>
                    <a:pt x="42" y="13"/>
                  </a:cubicBezTo>
                  <a:cubicBezTo>
                    <a:pt x="30" y="13"/>
                    <a:pt x="19" y="11"/>
                    <a:pt x="11" y="9"/>
                  </a:cubicBezTo>
                  <a:cubicBezTo>
                    <a:pt x="4" y="6"/>
                    <a:pt x="-1" y="3"/>
                    <a:pt x="0" y="3"/>
                  </a:cubicBezTo>
                  <a:cubicBezTo>
                    <a:pt x="0" y="2"/>
                    <a:pt x="18" y="11"/>
                    <a:pt x="42" y="9"/>
                  </a:cubicBezTo>
                  <a:cubicBezTo>
                    <a:pt x="66" y="9"/>
                    <a:pt x="83" y="-1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021153" y="1855685"/>
              <a:ext cx="734287" cy="712420"/>
            </a:xfrm>
            <a:custGeom>
              <a:avLst/>
              <a:gdLst/>
              <a:ahLst/>
              <a:cxnLst/>
              <a:rect l="l" t="t" r="r" b="b"/>
              <a:pathLst>
                <a:path w="403" h="391" extrusionOk="0">
                  <a:moveTo>
                    <a:pt x="262" y="169"/>
                  </a:moveTo>
                  <a:lnTo>
                    <a:pt x="64" y="169"/>
                  </a:lnTo>
                  <a:cubicBezTo>
                    <a:pt x="64" y="169"/>
                    <a:pt x="37" y="154"/>
                    <a:pt x="24" y="157"/>
                  </a:cubicBezTo>
                  <a:cubicBezTo>
                    <a:pt x="11" y="159"/>
                    <a:pt x="0" y="173"/>
                    <a:pt x="0" y="173"/>
                  </a:cubicBezTo>
                  <a:lnTo>
                    <a:pt x="26" y="391"/>
                  </a:lnTo>
                  <a:lnTo>
                    <a:pt x="90" y="343"/>
                  </a:lnTo>
                  <a:lnTo>
                    <a:pt x="328" y="319"/>
                  </a:lnTo>
                  <a:cubicBezTo>
                    <a:pt x="349" y="318"/>
                    <a:pt x="369" y="310"/>
                    <a:pt x="383" y="295"/>
                  </a:cubicBezTo>
                  <a:lnTo>
                    <a:pt x="383" y="295"/>
                  </a:lnTo>
                  <a:cubicBezTo>
                    <a:pt x="398" y="278"/>
                    <a:pt x="406" y="256"/>
                    <a:pt x="403" y="234"/>
                  </a:cubicBezTo>
                  <a:lnTo>
                    <a:pt x="359" y="0"/>
                  </a:lnTo>
                  <a:lnTo>
                    <a:pt x="268" y="2"/>
                  </a:lnTo>
                  <a:lnTo>
                    <a:pt x="265" y="62"/>
                  </a:lnTo>
                  <a:lnTo>
                    <a:pt x="262" y="1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</a:t>
              </a: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1162967" y="2263824"/>
              <a:ext cx="368055" cy="714242"/>
            </a:xfrm>
            <a:custGeom>
              <a:avLst/>
              <a:gdLst/>
              <a:ahLst/>
              <a:cxnLst/>
              <a:rect l="l" t="t" r="r" b="b"/>
              <a:pathLst>
                <a:path w="202" h="392" extrusionOk="0">
                  <a:moveTo>
                    <a:pt x="189" y="0"/>
                  </a:moveTo>
                  <a:cubicBezTo>
                    <a:pt x="189" y="0"/>
                    <a:pt x="157" y="18"/>
                    <a:pt x="141" y="56"/>
                  </a:cubicBezTo>
                  <a:cubicBezTo>
                    <a:pt x="129" y="83"/>
                    <a:pt x="51" y="222"/>
                    <a:pt x="9" y="294"/>
                  </a:cubicBezTo>
                  <a:cubicBezTo>
                    <a:pt x="-6" y="320"/>
                    <a:pt x="-2" y="353"/>
                    <a:pt x="19" y="375"/>
                  </a:cubicBezTo>
                  <a:lnTo>
                    <a:pt x="19" y="375"/>
                  </a:lnTo>
                  <a:cubicBezTo>
                    <a:pt x="44" y="402"/>
                    <a:pt x="74" y="391"/>
                    <a:pt x="111" y="379"/>
                  </a:cubicBezTo>
                  <a:cubicBezTo>
                    <a:pt x="128" y="374"/>
                    <a:pt x="202" y="260"/>
                    <a:pt x="202" y="260"/>
                  </a:cubicBez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1487292" y="2156323"/>
              <a:ext cx="767084" cy="1202550"/>
            </a:xfrm>
            <a:custGeom>
              <a:avLst/>
              <a:gdLst/>
              <a:ahLst/>
              <a:cxnLst/>
              <a:rect l="l" t="t" r="r" b="b"/>
              <a:pathLst>
                <a:path w="421" h="660" extrusionOk="0">
                  <a:moveTo>
                    <a:pt x="45" y="553"/>
                  </a:moveTo>
                  <a:lnTo>
                    <a:pt x="0" y="163"/>
                  </a:lnTo>
                  <a:lnTo>
                    <a:pt x="11" y="59"/>
                  </a:lnTo>
                  <a:lnTo>
                    <a:pt x="126" y="10"/>
                  </a:lnTo>
                  <a:lnTo>
                    <a:pt x="275" y="0"/>
                  </a:lnTo>
                  <a:lnTo>
                    <a:pt x="418" y="16"/>
                  </a:lnTo>
                  <a:lnTo>
                    <a:pt x="384" y="416"/>
                  </a:lnTo>
                  <a:lnTo>
                    <a:pt x="421" y="642"/>
                  </a:lnTo>
                  <a:lnTo>
                    <a:pt x="22" y="660"/>
                  </a:lnTo>
                  <a:lnTo>
                    <a:pt x="45" y="5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1487292" y="2453317"/>
              <a:ext cx="81992" cy="708776"/>
            </a:xfrm>
            <a:custGeom>
              <a:avLst/>
              <a:gdLst/>
              <a:ahLst/>
              <a:cxnLst/>
              <a:rect l="l" t="t" r="r" b="b"/>
              <a:pathLst>
                <a:path w="45" h="389" extrusionOk="0">
                  <a:moveTo>
                    <a:pt x="45" y="389"/>
                  </a:moveTo>
                  <a:cubicBezTo>
                    <a:pt x="44" y="389"/>
                    <a:pt x="33" y="302"/>
                    <a:pt x="21" y="195"/>
                  </a:cubicBezTo>
                  <a:cubicBezTo>
                    <a:pt x="8" y="87"/>
                    <a:pt x="-1" y="0"/>
                    <a:pt x="0" y="0"/>
                  </a:cubicBezTo>
                  <a:cubicBezTo>
                    <a:pt x="1" y="0"/>
                    <a:pt x="11" y="87"/>
                    <a:pt x="24" y="194"/>
                  </a:cubicBezTo>
                  <a:cubicBezTo>
                    <a:pt x="36" y="301"/>
                    <a:pt x="46" y="389"/>
                    <a:pt x="45" y="3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185138" y="2345816"/>
              <a:ext cx="58306" cy="624961"/>
            </a:xfrm>
            <a:custGeom>
              <a:avLst/>
              <a:gdLst/>
              <a:ahLst/>
              <a:cxnLst/>
              <a:rect l="l" t="t" r="r" b="b"/>
              <a:pathLst>
                <a:path w="32" h="343" extrusionOk="0">
                  <a:moveTo>
                    <a:pt x="32" y="0"/>
                  </a:moveTo>
                  <a:cubicBezTo>
                    <a:pt x="32" y="0"/>
                    <a:pt x="32" y="1"/>
                    <a:pt x="32" y="3"/>
                  </a:cubicBezTo>
                  <a:cubicBezTo>
                    <a:pt x="31" y="6"/>
                    <a:pt x="31" y="9"/>
                    <a:pt x="31" y="13"/>
                  </a:cubicBezTo>
                  <a:cubicBezTo>
                    <a:pt x="30" y="22"/>
                    <a:pt x="29" y="35"/>
                    <a:pt x="27" y="50"/>
                  </a:cubicBezTo>
                  <a:cubicBezTo>
                    <a:pt x="24" y="81"/>
                    <a:pt x="20" y="124"/>
                    <a:pt x="15" y="171"/>
                  </a:cubicBezTo>
                  <a:cubicBezTo>
                    <a:pt x="10" y="219"/>
                    <a:pt x="7" y="262"/>
                    <a:pt x="4" y="293"/>
                  </a:cubicBezTo>
                  <a:cubicBezTo>
                    <a:pt x="3" y="308"/>
                    <a:pt x="2" y="320"/>
                    <a:pt x="2" y="330"/>
                  </a:cubicBezTo>
                  <a:cubicBezTo>
                    <a:pt x="1" y="334"/>
                    <a:pt x="1" y="337"/>
                    <a:pt x="1" y="340"/>
                  </a:cubicBezTo>
                  <a:cubicBezTo>
                    <a:pt x="1" y="342"/>
                    <a:pt x="1" y="343"/>
                    <a:pt x="0" y="343"/>
                  </a:cubicBezTo>
                  <a:cubicBezTo>
                    <a:pt x="0" y="343"/>
                    <a:pt x="0" y="342"/>
                    <a:pt x="0" y="340"/>
                  </a:cubicBezTo>
                  <a:cubicBezTo>
                    <a:pt x="0" y="337"/>
                    <a:pt x="0" y="334"/>
                    <a:pt x="0" y="329"/>
                  </a:cubicBezTo>
                  <a:cubicBezTo>
                    <a:pt x="1" y="321"/>
                    <a:pt x="1" y="308"/>
                    <a:pt x="2" y="293"/>
                  </a:cubicBezTo>
                  <a:cubicBezTo>
                    <a:pt x="4" y="261"/>
                    <a:pt x="7" y="218"/>
                    <a:pt x="12" y="171"/>
                  </a:cubicBezTo>
                  <a:cubicBezTo>
                    <a:pt x="16" y="124"/>
                    <a:pt x="21" y="81"/>
                    <a:pt x="25" y="50"/>
                  </a:cubicBezTo>
                  <a:cubicBezTo>
                    <a:pt x="27" y="34"/>
                    <a:pt x="28" y="22"/>
                    <a:pt x="29" y="13"/>
                  </a:cubicBezTo>
                  <a:cubicBezTo>
                    <a:pt x="30" y="9"/>
                    <a:pt x="31" y="6"/>
                    <a:pt x="31" y="3"/>
                  </a:cubicBezTo>
                  <a:cubicBezTo>
                    <a:pt x="31" y="1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1698650" y="3052771"/>
              <a:ext cx="419072" cy="142120"/>
            </a:xfrm>
            <a:custGeom>
              <a:avLst/>
              <a:gdLst/>
              <a:ahLst/>
              <a:cxnLst/>
              <a:rect l="l" t="t" r="r" b="b"/>
              <a:pathLst>
                <a:path w="230" h="78" extrusionOk="0">
                  <a:moveTo>
                    <a:pt x="230" y="0"/>
                  </a:moveTo>
                  <a:cubicBezTo>
                    <a:pt x="230" y="0"/>
                    <a:pt x="228" y="3"/>
                    <a:pt x="224" y="8"/>
                  </a:cubicBezTo>
                  <a:cubicBezTo>
                    <a:pt x="222" y="10"/>
                    <a:pt x="219" y="13"/>
                    <a:pt x="216" y="16"/>
                  </a:cubicBezTo>
                  <a:cubicBezTo>
                    <a:pt x="212" y="19"/>
                    <a:pt x="209" y="23"/>
                    <a:pt x="204" y="26"/>
                  </a:cubicBezTo>
                  <a:cubicBezTo>
                    <a:pt x="200" y="30"/>
                    <a:pt x="195" y="34"/>
                    <a:pt x="189" y="38"/>
                  </a:cubicBezTo>
                  <a:cubicBezTo>
                    <a:pt x="184" y="42"/>
                    <a:pt x="177" y="45"/>
                    <a:pt x="171" y="49"/>
                  </a:cubicBezTo>
                  <a:cubicBezTo>
                    <a:pt x="158" y="56"/>
                    <a:pt x="142" y="63"/>
                    <a:pt x="125" y="68"/>
                  </a:cubicBezTo>
                  <a:cubicBezTo>
                    <a:pt x="108" y="73"/>
                    <a:pt x="92" y="76"/>
                    <a:pt x="77" y="77"/>
                  </a:cubicBezTo>
                  <a:cubicBezTo>
                    <a:pt x="69" y="78"/>
                    <a:pt x="62" y="78"/>
                    <a:pt x="55" y="78"/>
                  </a:cubicBezTo>
                  <a:cubicBezTo>
                    <a:pt x="48" y="78"/>
                    <a:pt x="42" y="77"/>
                    <a:pt x="36" y="77"/>
                  </a:cubicBezTo>
                  <a:cubicBezTo>
                    <a:pt x="31" y="76"/>
                    <a:pt x="25" y="75"/>
                    <a:pt x="21" y="74"/>
                  </a:cubicBezTo>
                  <a:cubicBezTo>
                    <a:pt x="16" y="73"/>
                    <a:pt x="13" y="72"/>
                    <a:pt x="10" y="71"/>
                  </a:cubicBezTo>
                  <a:cubicBezTo>
                    <a:pt x="3" y="70"/>
                    <a:pt x="0" y="69"/>
                    <a:pt x="0" y="68"/>
                  </a:cubicBezTo>
                  <a:cubicBezTo>
                    <a:pt x="0" y="68"/>
                    <a:pt x="14" y="72"/>
                    <a:pt x="37" y="74"/>
                  </a:cubicBezTo>
                  <a:cubicBezTo>
                    <a:pt x="42" y="75"/>
                    <a:pt x="48" y="75"/>
                    <a:pt x="55" y="75"/>
                  </a:cubicBezTo>
                  <a:cubicBezTo>
                    <a:pt x="62" y="75"/>
                    <a:pt x="69" y="75"/>
                    <a:pt x="76" y="74"/>
                  </a:cubicBezTo>
                  <a:cubicBezTo>
                    <a:pt x="91" y="73"/>
                    <a:pt x="108" y="70"/>
                    <a:pt x="124" y="65"/>
                  </a:cubicBezTo>
                  <a:cubicBezTo>
                    <a:pt x="141" y="60"/>
                    <a:pt x="156" y="54"/>
                    <a:pt x="170" y="47"/>
                  </a:cubicBezTo>
                  <a:cubicBezTo>
                    <a:pt x="176" y="43"/>
                    <a:pt x="182" y="39"/>
                    <a:pt x="188" y="36"/>
                  </a:cubicBezTo>
                  <a:cubicBezTo>
                    <a:pt x="193" y="32"/>
                    <a:pt x="198" y="28"/>
                    <a:pt x="203" y="25"/>
                  </a:cubicBezTo>
                  <a:cubicBezTo>
                    <a:pt x="221" y="10"/>
                    <a:pt x="230" y="-1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163273" y="2178188"/>
              <a:ext cx="67416" cy="94746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0" y="0"/>
                  </a:moveTo>
                  <a:cubicBezTo>
                    <a:pt x="0" y="0"/>
                    <a:pt x="15" y="6"/>
                    <a:pt x="26" y="21"/>
                  </a:cubicBezTo>
                  <a:cubicBezTo>
                    <a:pt x="37" y="36"/>
                    <a:pt x="38" y="52"/>
                    <a:pt x="37" y="52"/>
                  </a:cubicBezTo>
                  <a:cubicBezTo>
                    <a:pt x="36" y="52"/>
                    <a:pt x="34" y="37"/>
                    <a:pt x="23" y="23"/>
                  </a:cubicBezTo>
                  <a:cubicBezTo>
                    <a:pt x="13" y="8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1483648" y="2163611"/>
              <a:ext cx="654117" cy="160340"/>
            </a:xfrm>
            <a:custGeom>
              <a:avLst/>
              <a:gdLst/>
              <a:ahLst/>
              <a:cxnLst/>
              <a:rect l="l" t="t" r="r" b="b"/>
              <a:pathLst>
                <a:path w="359" h="88" extrusionOk="0">
                  <a:moveTo>
                    <a:pt x="359" y="4"/>
                  </a:moveTo>
                  <a:cubicBezTo>
                    <a:pt x="359" y="4"/>
                    <a:pt x="358" y="3"/>
                    <a:pt x="356" y="2"/>
                  </a:cubicBezTo>
                  <a:cubicBezTo>
                    <a:pt x="354" y="1"/>
                    <a:pt x="350" y="0"/>
                    <a:pt x="345" y="1"/>
                  </a:cubicBezTo>
                  <a:cubicBezTo>
                    <a:pt x="341" y="2"/>
                    <a:pt x="335" y="5"/>
                    <a:pt x="331" y="10"/>
                  </a:cubicBezTo>
                  <a:cubicBezTo>
                    <a:pt x="326" y="15"/>
                    <a:pt x="321" y="21"/>
                    <a:pt x="314" y="27"/>
                  </a:cubicBezTo>
                  <a:cubicBezTo>
                    <a:pt x="307" y="32"/>
                    <a:pt x="298" y="34"/>
                    <a:pt x="288" y="35"/>
                  </a:cubicBezTo>
                  <a:cubicBezTo>
                    <a:pt x="277" y="35"/>
                    <a:pt x="267" y="34"/>
                    <a:pt x="255" y="34"/>
                  </a:cubicBezTo>
                  <a:cubicBezTo>
                    <a:pt x="233" y="33"/>
                    <a:pt x="208" y="34"/>
                    <a:pt x="181" y="36"/>
                  </a:cubicBezTo>
                  <a:cubicBezTo>
                    <a:pt x="129" y="40"/>
                    <a:pt x="83" y="52"/>
                    <a:pt x="51" y="64"/>
                  </a:cubicBezTo>
                  <a:cubicBezTo>
                    <a:pt x="35" y="71"/>
                    <a:pt x="22" y="77"/>
                    <a:pt x="14" y="81"/>
                  </a:cubicBezTo>
                  <a:cubicBezTo>
                    <a:pt x="10" y="83"/>
                    <a:pt x="6" y="85"/>
                    <a:pt x="4" y="86"/>
                  </a:cubicBezTo>
                  <a:cubicBezTo>
                    <a:pt x="2" y="87"/>
                    <a:pt x="0" y="88"/>
                    <a:pt x="0" y="88"/>
                  </a:cubicBezTo>
                  <a:cubicBezTo>
                    <a:pt x="0" y="88"/>
                    <a:pt x="1" y="87"/>
                    <a:pt x="4" y="86"/>
                  </a:cubicBezTo>
                  <a:cubicBezTo>
                    <a:pt x="6" y="85"/>
                    <a:pt x="9" y="83"/>
                    <a:pt x="13" y="81"/>
                  </a:cubicBezTo>
                  <a:cubicBezTo>
                    <a:pt x="22" y="76"/>
                    <a:pt x="34" y="70"/>
                    <a:pt x="50" y="64"/>
                  </a:cubicBezTo>
                  <a:cubicBezTo>
                    <a:pt x="82" y="51"/>
                    <a:pt x="129" y="39"/>
                    <a:pt x="181" y="34"/>
                  </a:cubicBezTo>
                  <a:cubicBezTo>
                    <a:pt x="207" y="32"/>
                    <a:pt x="233" y="32"/>
                    <a:pt x="255" y="33"/>
                  </a:cubicBezTo>
                  <a:cubicBezTo>
                    <a:pt x="267" y="33"/>
                    <a:pt x="277" y="34"/>
                    <a:pt x="287" y="34"/>
                  </a:cubicBezTo>
                  <a:cubicBezTo>
                    <a:pt x="297" y="33"/>
                    <a:pt x="307" y="31"/>
                    <a:pt x="314" y="26"/>
                  </a:cubicBezTo>
                  <a:cubicBezTo>
                    <a:pt x="321" y="21"/>
                    <a:pt x="325" y="14"/>
                    <a:pt x="330" y="10"/>
                  </a:cubicBezTo>
                  <a:cubicBezTo>
                    <a:pt x="335" y="5"/>
                    <a:pt x="340" y="2"/>
                    <a:pt x="345" y="1"/>
                  </a:cubicBezTo>
                  <a:cubicBezTo>
                    <a:pt x="350" y="0"/>
                    <a:pt x="354" y="1"/>
                    <a:pt x="356" y="2"/>
                  </a:cubicBezTo>
                  <a:cubicBezTo>
                    <a:pt x="358" y="3"/>
                    <a:pt x="359" y="4"/>
                    <a:pt x="359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1498225" y="2313019"/>
              <a:ext cx="721533" cy="118433"/>
            </a:xfrm>
            <a:custGeom>
              <a:avLst/>
              <a:gdLst/>
              <a:ahLst/>
              <a:cxnLst/>
              <a:rect l="l" t="t" r="r" b="b"/>
              <a:pathLst>
                <a:path w="396" h="65" extrusionOk="0">
                  <a:moveTo>
                    <a:pt x="396" y="2"/>
                  </a:moveTo>
                  <a:cubicBezTo>
                    <a:pt x="396" y="2"/>
                    <a:pt x="395" y="1"/>
                    <a:pt x="392" y="1"/>
                  </a:cubicBezTo>
                  <a:cubicBezTo>
                    <a:pt x="389" y="1"/>
                    <a:pt x="386" y="0"/>
                    <a:pt x="380" y="1"/>
                  </a:cubicBezTo>
                  <a:cubicBezTo>
                    <a:pt x="375" y="1"/>
                    <a:pt x="369" y="3"/>
                    <a:pt x="363" y="5"/>
                  </a:cubicBezTo>
                  <a:cubicBezTo>
                    <a:pt x="356" y="8"/>
                    <a:pt x="349" y="12"/>
                    <a:pt x="341" y="17"/>
                  </a:cubicBezTo>
                  <a:cubicBezTo>
                    <a:pt x="333" y="21"/>
                    <a:pt x="324" y="26"/>
                    <a:pt x="313" y="28"/>
                  </a:cubicBezTo>
                  <a:cubicBezTo>
                    <a:pt x="303" y="31"/>
                    <a:pt x="291" y="33"/>
                    <a:pt x="279" y="34"/>
                  </a:cubicBezTo>
                  <a:cubicBezTo>
                    <a:pt x="255" y="35"/>
                    <a:pt x="228" y="36"/>
                    <a:pt x="201" y="38"/>
                  </a:cubicBezTo>
                  <a:cubicBezTo>
                    <a:pt x="145" y="42"/>
                    <a:pt x="95" y="49"/>
                    <a:pt x="59" y="54"/>
                  </a:cubicBezTo>
                  <a:cubicBezTo>
                    <a:pt x="41" y="57"/>
                    <a:pt x="26" y="60"/>
                    <a:pt x="16" y="62"/>
                  </a:cubicBezTo>
                  <a:cubicBezTo>
                    <a:pt x="11" y="63"/>
                    <a:pt x="7" y="63"/>
                    <a:pt x="4" y="64"/>
                  </a:cubicBezTo>
                  <a:cubicBezTo>
                    <a:pt x="2" y="65"/>
                    <a:pt x="0" y="65"/>
                    <a:pt x="0" y="65"/>
                  </a:cubicBezTo>
                  <a:cubicBezTo>
                    <a:pt x="0" y="65"/>
                    <a:pt x="2" y="64"/>
                    <a:pt x="4" y="64"/>
                  </a:cubicBezTo>
                  <a:cubicBezTo>
                    <a:pt x="7" y="63"/>
                    <a:pt x="11" y="62"/>
                    <a:pt x="16" y="61"/>
                  </a:cubicBezTo>
                  <a:cubicBezTo>
                    <a:pt x="26" y="59"/>
                    <a:pt x="40" y="56"/>
                    <a:pt x="58" y="53"/>
                  </a:cubicBezTo>
                  <a:cubicBezTo>
                    <a:pt x="95" y="47"/>
                    <a:pt x="145" y="40"/>
                    <a:pt x="200" y="36"/>
                  </a:cubicBezTo>
                  <a:cubicBezTo>
                    <a:pt x="228" y="34"/>
                    <a:pt x="255" y="34"/>
                    <a:pt x="279" y="33"/>
                  </a:cubicBezTo>
                  <a:cubicBezTo>
                    <a:pt x="291" y="32"/>
                    <a:pt x="302" y="30"/>
                    <a:pt x="313" y="27"/>
                  </a:cubicBezTo>
                  <a:cubicBezTo>
                    <a:pt x="323" y="24"/>
                    <a:pt x="332" y="20"/>
                    <a:pt x="340" y="16"/>
                  </a:cubicBezTo>
                  <a:cubicBezTo>
                    <a:pt x="348" y="11"/>
                    <a:pt x="355" y="7"/>
                    <a:pt x="362" y="5"/>
                  </a:cubicBezTo>
                  <a:cubicBezTo>
                    <a:pt x="369" y="2"/>
                    <a:pt x="375" y="0"/>
                    <a:pt x="380" y="0"/>
                  </a:cubicBezTo>
                  <a:cubicBezTo>
                    <a:pt x="385" y="0"/>
                    <a:pt x="389" y="0"/>
                    <a:pt x="392" y="1"/>
                  </a:cubicBezTo>
                  <a:cubicBezTo>
                    <a:pt x="395" y="1"/>
                    <a:pt x="396" y="2"/>
                    <a:pt x="396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1510979" y="2517089"/>
              <a:ext cx="710600" cy="74704"/>
            </a:xfrm>
            <a:custGeom>
              <a:avLst/>
              <a:gdLst/>
              <a:ahLst/>
              <a:cxnLst/>
              <a:rect l="l" t="t" r="r" b="b"/>
              <a:pathLst>
                <a:path w="390" h="41" extrusionOk="0">
                  <a:moveTo>
                    <a:pt x="390" y="0"/>
                  </a:moveTo>
                  <a:cubicBezTo>
                    <a:pt x="390" y="0"/>
                    <a:pt x="385" y="2"/>
                    <a:pt x="376" y="6"/>
                  </a:cubicBezTo>
                  <a:cubicBezTo>
                    <a:pt x="366" y="10"/>
                    <a:pt x="353" y="14"/>
                    <a:pt x="336" y="19"/>
                  </a:cubicBezTo>
                  <a:cubicBezTo>
                    <a:pt x="301" y="29"/>
                    <a:pt x="252" y="38"/>
                    <a:pt x="198" y="40"/>
                  </a:cubicBezTo>
                  <a:cubicBezTo>
                    <a:pt x="143" y="42"/>
                    <a:pt x="93" y="39"/>
                    <a:pt x="58" y="37"/>
                  </a:cubicBezTo>
                  <a:cubicBezTo>
                    <a:pt x="40" y="35"/>
                    <a:pt x="26" y="34"/>
                    <a:pt x="16" y="33"/>
                  </a:cubicBezTo>
                  <a:cubicBezTo>
                    <a:pt x="11" y="33"/>
                    <a:pt x="7" y="32"/>
                    <a:pt x="4" y="32"/>
                  </a:cubicBezTo>
                  <a:cubicBezTo>
                    <a:pt x="1" y="32"/>
                    <a:pt x="0" y="32"/>
                    <a:pt x="0" y="32"/>
                  </a:cubicBezTo>
                  <a:cubicBezTo>
                    <a:pt x="0" y="32"/>
                    <a:pt x="1" y="32"/>
                    <a:pt x="4" y="32"/>
                  </a:cubicBezTo>
                  <a:cubicBezTo>
                    <a:pt x="7" y="32"/>
                    <a:pt x="11" y="32"/>
                    <a:pt x="16" y="33"/>
                  </a:cubicBezTo>
                  <a:cubicBezTo>
                    <a:pt x="26" y="33"/>
                    <a:pt x="40" y="34"/>
                    <a:pt x="58" y="36"/>
                  </a:cubicBezTo>
                  <a:cubicBezTo>
                    <a:pt x="94" y="38"/>
                    <a:pt x="143" y="41"/>
                    <a:pt x="197" y="39"/>
                  </a:cubicBezTo>
                  <a:cubicBezTo>
                    <a:pt x="252" y="36"/>
                    <a:pt x="301" y="28"/>
                    <a:pt x="335" y="18"/>
                  </a:cubicBezTo>
                  <a:cubicBezTo>
                    <a:pt x="352" y="14"/>
                    <a:pt x="366" y="9"/>
                    <a:pt x="376" y="5"/>
                  </a:cubicBezTo>
                  <a:cubicBezTo>
                    <a:pt x="380" y="4"/>
                    <a:pt x="384" y="2"/>
                    <a:pt x="386" y="1"/>
                  </a:cubicBezTo>
                  <a:cubicBezTo>
                    <a:pt x="389" y="0"/>
                    <a:pt x="390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1534666" y="2748489"/>
              <a:ext cx="659583" cy="36441"/>
            </a:xfrm>
            <a:custGeom>
              <a:avLst/>
              <a:gdLst/>
              <a:ahLst/>
              <a:cxnLst/>
              <a:rect l="l" t="t" r="r" b="b"/>
              <a:pathLst>
                <a:path w="362" h="20" extrusionOk="0">
                  <a:moveTo>
                    <a:pt x="362" y="0"/>
                  </a:moveTo>
                  <a:cubicBezTo>
                    <a:pt x="362" y="0"/>
                    <a:pt x="357" y="2"/>
                    <a:pt x="349" y="5"/>
                  </a:cubicBezTo>
                  <a:cubicBezTo>
                    <a:pt x="340" y="8"/>
                    <a:pt x="327" y="11"/>
                    <a:pt x="311" y="15"/>
                  </a:cubicBezTo>
                  <a:cubicBezTo>
                    <a:pt x="294" y="18"/>
                    <a:pt x="275" y="20"/>
                    <a:pt x="253" y="20"/>
                  </a:cubicBezTo>
                  <a:cubicBezTo>
                    <a:pt x="231" y="21"/>
                    <a:pt x="207" y="20"/>
                    <a:pt x="182" y="19"/>
                  </a:cubicBezTo>
                  <a:cubicBezTo>
                    <a:pt x="132" y="16"/>
                    <a:pt x="86" y="12"/>
                    <a:pt x="53" y="13"/>
                  </a:cubicBezTo>
                  <a:cubicBezTo>
                    <a:pt x="37" y="14"/>
                    <a:pt x="23" y="15"/>
                    <a:pt x="14" y="16"/>
                  </a:cubicBezTo>
                  <a:cubicBezTo>
                    <a:pt x="9" y="16"/>
                    <a:pt x="6" y="17"/>
                    <a:pt x="4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7"/>
                    <a:pt x="20" y="13"/>
                    <a:pt x="53" y="12"/>
                  </a:cubicBezTo>
                  <a:cubicBezTo>
                    <a:pt x="86" y="11"/>
                    <a:pt x="132" y="14"/>
                    <a:pt x="182" y="18"/>
                  </a:cubicBezTo>
                  <a:cubicBezTo>
                    <a:pt x="207" y="19"/>
                    <a:pt x="231" y="20"/>
                    <a:pt x="253" y="19"/>
                  </a:cubicBezTo>
                  <a:cubicBezTo>
                    <a:pt x="275" y="18"/>
                    <a:pt x="294" y="16"/>
                    <a:pt x="311" y="13"/>
                  </a:cubicBezTo>
                  <a:cubicBezTo>
                    <a:pt x="327" y="11"/>
                    <a:pt x="340" y="7"/>
                    <a:pt x="348" y="4"/>
                  </a:cubicBezTo>
                  <a:cubicBezTo>
                    <a:pt x="353" y="3"/>
                    <a:pt x="356" y="2"/>
                    <a:pt x="359" y="1"/>
                  </a:cubicBezTo>
                  <a:cubicBezTo>
                    <a:pt x="361" y="0"/>
                    <a:pt x="36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554708" y="2927049"/>
              <a:ext cx="617676" cy="56483"/>
            </a:xfrm>
            <a:custGeom>
              <a:avLst/>
              <a:gdLst/>
              <a:ahLst/>
              <a:cxnLst/>
              <a:rect l="l" t="t" r="r" b="b"/>
              <a:pathLst>
                <a:path w="339" h="31" extrusionOk="0">
                  <a:moveTo>
                    <a:pt x="339" y="0"/>
                  </a:moveTo>
                  <a:cubicBezTo>
                    <a:pt x="339" y="0"/>
                    <a:pt x="320" y="6"/>
                    <a:pt x="290" y="13"/>
                  </a:cubicBezTo>
                  <a:cubicBezTo>
                    <a:pt x="275" y="16"/>
                    <a:pt x="257" y="20"/>
                    <a:pt x="237" y="23"/>
                  </a:cubicBezTo>
                  <a:cubicBezTo>
                    <a:pt x="216" y="26"/>
                    <a:pt x="194" y="29"/>
                    <a:pt x="170" y="30"/>
                  </a:cubicBezTo>
                  <a:cubicBezTo>
                    <a:pt x="147" y="31"/>
                    <a:pt x="124" y="32"/>
                    <a:pt x="104" y="31"/>
                  </a:cubicBezTo>
                  <a:cubicBezTo>
                    <a:pt x="83" y="30"/>
                    <a:pt x="65" y="29"/>
                    <a:pt x="49" y="27"/>
                  </a:cubicBezTo>
                  <a:cubicBezTo>
                    <a:pt x="18" y="24"/>
                    <a:pt x="0" y="20"/>
                    <a:pt x="0" y="20"/>
                  </a:cubicBezTo>
                  <a:cubicBezTo>
                    <a:pt x="0" y="20"/>
                    <a:pt x="1" y="21"/>
                    <a:pt x="3" y="21"/>
                  </a:cubicBezTo>
                  <a:cubicBezTo>
                    <a:pt x="6" y="21"/>
                    <a:pt x="9" y="22"/>
                    <a:pt x="13" y="22"/>
                  </a:cubicBezTo>
                  <a:cubicBezTo>
                    <a:pt x="21" y="23"/>
                    <a:pt x="34" y="25"/>
                    <a:pt x="49" y="26"/>
                  </a:cubicBezTo>
                  <a:cubicBezTo>
                    <a:pt x="65" y="28"/>
                    <a:pt x="83" y="29"/>
                    <a:pt x="104" y="30"/>
                  </a:cubicBezTo>
                  <a:cubicBezTo>
                    <a:pt x="124" y="30"/>
                    <a:pt x="147" y="30"/>
                    <a:pt x="170" y="29"/>
                  </a:cubicBezTo>
                  <a:cubicBezTo>
                    <a:pt x="194" y="27"/>
                    <a:pt x="216" y="25"/>
                    <a:pt x="237" y="22"/>
                  </a:cubicBezTo>
                  <a:cubicBezTo>
                    <a:pt x="257" y="19"/>
                    <a:pt x="275" y="15"/>
                    <a:pt x="290" y="12"/>
                  </a:cubicBezTo>
                  <a:cubicBezTo>
                    <a:pt x="305" y="8"/>
                    <a:pt x="317" y="6"/>
                    <a:pt x="326" y="3"/>
                  </a:cubicBezTo>
                  <a:cubicBezTo>
                    <a:pt x="330" y="2"/>
                    <a:pt x="333" y="1"/>
                    <a:pt x="335" y="1"/>
                  </a:cubicBezTo>
                  <a:cubicBezTo>
                    <a:pt x="338" y="0"/>
                    <a:pt x="339" y="0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1571107" y="2992643"/>
              <a:ext cx="624964" cy="127543"/>
            </a:xfrm>
            <a:custGeom>
              <a:avLst/>
              <a:gdLst/>
              <a:ahLst/>
              <a:cxnLst/>
              <a:rect l="l" t="t" r="r" b="b"/>
              <a:pathLst>
                <a:path w="343" h="70" extrusionOk="0">
                  <a:moveTo>
                    <a:pt x="343" y="0"/>
                  </a:moveTo>
                  <a:cubicBezTo>
                    <a:pt x="343" y="0"/>
                    <a:pt x="342" y="0"/>
                    <a:pt x="340" y="1"/>
                  </a:cubicBezTo>
                  <a:cubicBezTo>
                    <a:pt x="337" y="2"/>
                    <a:pt x="334" y="3"/>
                    <a:pt x="330" y="5"/>
                  </a:cubicBezTo>
                  <a:cubicBezTo>
                    <a:pt x="322" y="8"/>
                    <a:pt x="310" y="13"/>
                    <a:pt x="295" y="19"/>
                  </a:cubicBezTo>
                  <a:cubicBezTo>
                    <a:pt x="280" y="26"/>
                    <a:pt x="263" y="34"/>
                    <a:pt x="243" y="42"/>
                  </a:cubicBezTo>
                  <a:cubicBezTo>
                    <a:pt x="224" y="50"/>
                    <a:pt x="201" y="58"/>
                    <a:pt x="177" y="62"/>
                  </a:cubicBezTo>
                  <a:cubicBezTo>
                    <a:pt x="129" y="71"/>
                    <a:pt x="84" y="70"/>
                    <a:pt x="52" y="69"/>
                  </a:cubicBezTo>
                  <a:cubicBezTo>
                    <a:pt x="36" y="68"/>
                    <a:pt x="23" y="67"/>
                    <a:pt x="14" y="67"/>
                  </a:cubicBezTo>
                  <a:cubicBezTo>
                    <a:pt x="10" y="67"/>
                    <a:pt x="6" y="66"/>
                    <a:pt x="4" y="66"/>
                  </a:cubicBezTo>
                  <a:cubicBezTo>
                    <a:pt x="1" y="66"/>
                    <a:pt x="0" y="66"/>
                    <a:pt x="0" y="66"/>
                  </a:cubicBezTo>
                  <a:cubicBezTo>
                    <a:pt x="0" y="66"/>
                    <a:pt x="1" y="66"/>
                    <a:pt x="4" y="66"/>
                  </a:cubicBezTo>
                  <a:cubicBezTo>
                    <a:pt x="6" y="66"/>
                    <a:pt x="10" y="66"/>
                    <a:pt x="14" y="66"/>
                  </a:cubicBezTo>
                  <a:cubicBezTo>
                    <a:pt x="23" y="67"/>
                    <a:pt x="36" y="67"/>
                    <a:pt x="52" y="68"/>
                  </a:cubicBezTo>
                  <a:cubicBezTo>
                    <a:pt x="84" y="69"/>
                    <a:pt x="129" y="70"/>
                    <a:pt x="177" y="61"/>
                  </a:cubicBezTo>
                  <a:cubicBezTo>
                    <a:pt x="201" y="56"/>
                    <a:pt x="223" y="49"/>
                    <a:pt x="243" y="41"/>
                  </a:cubicBezTo>
                  <a:cubicBezTo>
                    <a:pt x="263" y="33"/>
                    <a:pt x="280" y="25"/>
                    <a:pt x="295" y="18"/>
                  </a:cubicBezTo>
                  <a:cubicBezTo>
                    <a:pt x="309" y="12"/>
                    <a:pt x="322" y="7"/>
                    <a:pt x="330" y="4"/>
                  </a:cubicBezTo>
                  <a:cubicBezTo>
                    <a:pt x="339" y="1"/>
                    <a:pt x="34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551064" y="3187602"/>
              <a:ext cx="683270" cy="85636"/>
            </a:xfrm>
            <a:custGeom>
              <a:avLst/>
              <a:gdLst/>
              <a:ahLst/>
              <a:cxnLst/>
              <a:rect l="l" t="t" r="r" b="b"/>
              <a:pathLst>
                <a:path w="375" h="47" extrusionOk="0">
                  <a:moveTo>
                    <a:pt x="375" y="0"/>
                  </a:moveTo>
                  <a:cubicBezTo>
                    <a:pt x="375" y="0"/>
                    <a:pt x="370" y="3"/>
                    <a:pt x="362" y="8"/>
                  </a:cubicBezTo>
                  <a:cubicBezTo>
                    <a:pt x="353" y="13"/>
                    <a:pt x="341" y="19"/>
                    <a:pt x="324" y="25"/>
                  </a:cubicBezTo>
                  <a:cubicBezTo>
                    <a:pt x="292" y="37"/>
                    <a:pt x="244" y="46"/>
                    <a:pt x="191" y="47"/>
                  </a:cubicBezTo>
                  <a:cubicBezTo>
                    <a:pt x="138" y="48"/>
                    <a:pt x="90" y="44"/>
                    <a:pt x="56" y="43"/>
                  </a:cubicBezTo>
                  <a:cubicBezTo>
                    <a:pt x="39" y="42"/>
                    <a:pt x="25" y="41"/>
                    <a:pt x="15" y="41"/>
                  </a:cubicBezTo>
                  <a:cubicBezTo>
                    <a:pt x="10" y="41"/>
                    <a:pt x="7" y="41"/>
                    <a:pt x="4" y="41"/>
                  </a:cubicBezTo>
                  <a:cubicBezTo>
                    <a:pt x="1" y="41"/>
                    <a:pt x="0" y="41"/>
                    <a:pt x="0" y="41"/>
                  </a:cubicBezTo>
                  <a:cubicBezTo>
                    <a:pt x="0" y="41"/>
                    <a:pt x="1" y="41"/>
                    <a:pt x="4" y="41"/>
                  </a:cubicBezTo>
                  <a:cubicBezTo>
                    <a:pt x="7" y="41"/>
                    <a:pt x="10" y="41"/>
                    <a:pt x="15" y="41"/>
                  </a:cubicBezTo>
                  <a:cubicBezTo>
                    <a:pt x="25" y="41"/>
                    <a:pt x="39" y="41"/>
                    <a:pt x="56" y="42"/>
                  </a:cubicBezTo>
                  <a:cubicBezTo>
                    <a:pt x="91" y="43"/>
                    <a:pt x="138" y="47"/>
                    <a:pt x="191" y="46"/>
                  </a:cubicBezTo>
                  <a:cubicBezTo>
                    <a:pt x="244" y="45"/>
                    <a:pt x="292" y="36"/>
                    <a:pt x="324" y="24"/>
                  </a:cubicBezTo>
                  <a:cubicBezTo>
                    <a:pt x="340" y="18"/>
                    <a:pt x="353" y="12"/>
                    <a:pt x="362" y="7"/>
                  </a:cubicBezTo>
                  <a:cubicBezTo>
                    <a:pt x="366" y="5"/>
                    <a:pt x="369" y="3"/>
                    <a:pt x="371" y="2"/>
                  </a:cubicBezTo>
                  <a:cubicBezTo>
                    <a:pt x="373" y="1"/>
                    <a:pt x="375" y="0"/>
                    <a:pt x="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338190" y="2176366"/>
              <a:ext cx="27331" cy="291527"/>
            </a:xfrm>
            <a:custGeom>
              <a:avLst/>
              <a:gdLst/>
              <a:ahLst/>
              <a:cxnLst/>
              <a:rect l="l" t="t" r="r" b="b"/>
              <a:pathLst>
                <a:path w="15" h="160" extrusionOk="0">
                  <a:moveTo>
                    <a:pt x="3" y="160"/>
                  </a:moveTo>
                  <a:cubicBezTo>
                    <a:pt x="3" y="160"/>
                    <a:pt x="3" y="159"/>
                    <a:pt x="3" y="158"/>
                  </a:cubicBezTo>
                  <a:cubicBezTo>
                    <a:pt x="4" y="157"/>
                    <a:pt x="4" y="156"/>
                    <a:pt x="4" y="154"/>
                  </a:cubicBezTo>
                  <a:cubicBezTo>
                    <a:pt x="6" y="150"/>
                    <a:pt x="7" y="144"/>
                    <a:pt x="8" y="137"/>
                  </a:cubicBezTo>
                  <a:cubicBezTo>
                    <a:pt x="12" y="122"/>
                    <a:pt x="14" y="102"/>
                    <a:pt x="14" y="80"/>
                  </a:cubicBezTo>
                  <a:cubicBezTo>
                    <a:pt x="14" y="57"/>
                    <a:pt x="10" y="37"/>
                    <a:pt x="7" y="23"/>
                  </a:cubicBezTo>
                  <a:cubicBezTo>
                    <a:pt x="5" y="16"/>
                    <a:pt x="3" y="10"/>
                    <a:pt x="2" y="6"/>
                  </a:cubicBezTo>
                  <a:cubicBezTo>
                    <a:pt x="2" y="4"/>
                    <a:pt x="1" y="3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3"/>
                    <a:pt x="2" y="4"/>
                    <a:pt x="3" y="6"/>
                  </a:cubicBezTo>
                  <a:cubicBezTo>
                    <a:pt x="4" y="10"/>
                    <a:pt x="6" y="15"/>
                    <a:pt x="8" y="23"/>
                  </a:cubicBezTo>
                  <a:cubicBezTo>
                    <a:pt x="11" y="37"/>
                    <a:pt x="14" y="57"/>
                    <a:pt x="15" y="80"/>
                  </a:cubicBezTo>
                  <a:cubicBezTo>
                    <a:pt x="15" y="102"/>
                    <a:pt x="13" y="123"/>
                    <a:pt x="9" y="137"/>
                  </a:cubicBezTo>
                  <a:cubicBezTo>
                    <a:pt x="8" y="144"/>
                    <a:pt x="6" y="150"/>
                    <a:pt x="5" y="154"/>
                  </a:cubicBezTo>
                  <a:cubicBezTo>
                    <a:pt x="4" y="156"/>
                    <a:pt x="4" y="157"/>
                    <a:pt x="3" y="159"/>
                  </a:cubicBezTo>
                  <a:cubicBezTo>
                    <a:pt x="3" y="160"/>
                    <a:pt x="3" y="160"/>
                    <a:pt x="3" y="1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460267" y="2172722"/>
              <a:ext cx="60128" cy="253264"/>
            </a:xfrm>
            <a:custGeom>
              <a:avLst/>
              <a:gdLst/>
              <a:ahLst/>
              <a:cxnLst/>
              <a:rect l="l" t="t" r="r" b="b"/>
              <a:pathLst>
                <a:path w="33" h="139" extrusionOk="0">
                  <a:moveTo>
                    <a:pt x="32" y="139"/>
                  </a:moveTo>
                  <a:cubicBezTo>
                    <a:pt x="32" y="139"/>
                    <a:pt x="32" y="138"/>
                    <a:pt x="32" y="137"/>
                  </a:cubicBezTo>
                  <a:cubicBezTo>
                    <a:pt x="32" y="136"/>
                    <a:pt x="32" y="135"/>
                    <a:pt x="32" y="133"/>
                  </a:cubicBezTo>
                  <a:cubicBezTo>
                    <a:pt x="32" y="129"/>
                    <a:pt x="32" y="124"/>
                    <a:pt x="32" y="118"/>
                  </a:cubicBezTo>
                  <a:cubicBezTo>
                    <a:pt x="32" y="104"/>
                    <a:pt x="30" y="86"/>
                    <a:pt x="26" y="67"/>
                  </a:cubicBezTo>
                  <a:cubicBezTo>
                    <a:pt x="21" y="47"/>
                    <a:pt x="15" y="30"/>
                    <a:pt x="9" y="18"/>
                  </a:cubicBezTo>
                  <a:cubicBezTo>
                    <a:pt x="7" y="13"/>
                    <a:pt x="4" y="8"/>
                    <a:pt x="3" y="5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lnTo>
                    <a:pt x="3" y="4"/>
                  </a:lnTo>
                  <a:cubicBezTo>
                    <a:pt x="5" y="8"/>
                    <a:pt x="7" y="12"/>
                    <a:pt x="10" y="18"/>
                  </a:cubicBezTo>
                  <a:cubicBezTo>
                    <a:pt x="16" y="30"/>
                    <a:pt x="22" y="46"/>
                    <a:pt x="27" y="66"/>
                  </a:cubicBezTo>
                  <a:cubicBezTo>
                    <a:pt x="31" y="85"/>
                    <a:pt x="33" y="104"/>
                    <a:pt x="33" y="118"/>
                  </a:cubicBezTo>
                  <a:cubicBezTo>
                    <a:pt x="33" y="124"/>
                    <a:pt x="33" y="129"/>
                    <a:pt x="32" y="133"/>
                  </a:cubicBezTo>
                  <a:lnTo>
                    <a:pt x="32" y="137"/>
                  </a:lnTo>
                  <a:cubicBezTo>
                    <a:pt x="32" y="138"/>
                    <a:pt x="32" y="139"/>
                    <a:pt x="32" y="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498531" y="2161789"/>
              <a:ext cx="255087" cy="182204"/>
            </a:xfrm>
            <a:custGeom>
              <a:avLst/>
              <a:gdLst/>
              <a:ahLst/>
              <a:cxnLst/>
              <a:rect l="l" t="t" r="r" b="b"/>
              <a:pathLst>
                <a:path w="140" h="100" extrusionOk="0">
                  <a:moveTo>
                    <a:pt x="140" y="100"/>
                  </a:moveTo>
                  <a:cubicBezTo>
                    <a:pt x="140" y="100"/>
                    <a:pt x="140" y="99"/>
                    <a:pt x="139" y="98"/>
                  </a:cubicBezTo>
                  <a:cubicBezTo>
                    <a:pt x="138" y="97"/>
                    <a:pt x="137" y="96"/>
                    <a:pt x="135" y="95"/>
                  </a:cubicBezTo>
                  <a:cubicBezTo>
                    <a:pt x="133" y="91"/>
                    <a:pt x="128" y="86"/>
                    <a:pt x="123" y="81"/>
                  </a:cubicBezTo>
                  <a:cubicBezTo>
                    <a:pt x="112" y="69"/>
                    <a:pt x="97" y="54"/>
                    <a:pt x="77" y="40"/>
                  </a:cubicBezTo>
                  <a:cubicBezTo>
                    <a:pt x="57" y="26"/>
                    <a:pt x="38" y="16"/>
                    <a:pt x="24" y="10"/>
                  </a:cubicBezTo>
                  <a:cubicBezTo>
                    <a:pt x="17" y="6"/>
                    <a:pt x="11" y="4"/>
                    <a:pt x="7" y="2"/>
                  </a:cubicBezTo>
                  <a:cubicBezTo>
                    <a:pt x="5" y="2"/>
                    <a:pt x="3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5" y="1"/>
                    <a:pt x="7" y="2"/>
                  </a:cubicBezTo>
                  <a:cubicBezTo>
                    <a:pt x="11" y="3"/>
                    <a:pt x="17" y="6"/>
                    <a:pt x="24" y="9"/>
                  </a:cubicBezTo>
                  <a:cubicBezTo>
                    <a:pt x="39" y="15"/>
                    <a:pt x="58" y="25"/>
                    <a:pt x="78" y="39"/>
                  </a:cubicBezTo>
                  <a:cubicBezTo>
                    <a:pt x="97" y="53"/>
                    <a:pt x="113" y="68"/>
                    <a:pt x="124" y="80"/>
                  </a:cubicBezTo>
                  <a:cubicBezTo>
                    <a:pt x="129" y="86"/>
                    <a:pt x="133" y="91"/>
                    <a:pt x="136" y="94"/>
                  </a:cubicBezTo>
                  <a:cubicBezTo>
                    <a:pt x="137" y="96"/>
                    <a:pt x="138" y="97"/>
                    <a:pt x="139" y="98"/>
                  </a:cubicBezTo>
                  <a:cubicBezTo>
                    <a:pt x="140" y="99"/>
                    <a:pt x="140" y="100"/>
                    <a:pt x="14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09463" y="2006915"/>
              <a:ext cx="191316" cy="5466"/>
            </a:xfrm>
            <a:custGeom>
              <a:avLst/>
              <a:gdLst/>
              <a:ahLst/>
              <a:cxnLst/>
              <a:rect l="l" t="t" r="r" b="b"/>
              <a:pathLst>
                <a:path w="105" h="3" extrusionOk="0">
                  <a:moveTo>
                    <a:pt x="105" y="2"/>
                  </a:moveTo>
                  <a:cubicBezTo>
                    <a:pt x="105" y="2"/>
                    <a:pt x="103" y="2"/>
                    <a:pt x="100" y="2"/>
                  </a:cubicBezTo>
                  <a:cubicBezTo>
                    <a:pt x="97" y="2"/>
                    <a:pt x="93" y="1"/>
                    <a:pt x="89" y="1"/>
                  </a:cubicBezTo>
                  <a:cubicBezTo>
                    <a:pt x="80" y="1"/>
                    <a:pt x="67" y="1"/>
                    <a:pt x="52" y="1"/>
                  </a:cubicBezTo>
                  <a:cubicBezTo>
                    <a:pt x="38" y="2"/>
                    <a:pt x="25" y="2"/>
                    <a:pt x="15" y="3"/>
                  </a:cubicBezTo>
                  <a:cubicBezTo>
                    <a:pt x="11" y="3"/>
                    <a:pt x="8" y="3"/>
                    <a:pt x="4" y="3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3"/>
                    <a:pt x="2" y="3"/>
                    <a:pt x="4" y="3"/>
                  </a:cubicBezTo>
                  <a:cubicBezTo>
                    <a:pt x="7" y="2"/>
                    <a:pt x="11" y="2"/>
                    <a:pt x="15" y="2"/>
                  </a:cubicBezTo>
                  <a:cubicBezTo>
                    <a:pt x="25" y="1"/>
                    <a:pt x="38" y="0"/>
                    <a:pt x="52" y="0"/>
                  </a:cubicBezTo>
                  <a:cubicBezTo>
                    <a:pt x="67" y="0"/>
                    <a:pt x="80" y="0"/>
                    <a:pt x="89" y="1"/>
                  </a:cubicBezTo>
                  <a:cubicBezTo>
                    <a:pt x="94" y="1"/>
                    <a:pt x="98" y="1"/>
                    <a:pt x="100" y="1"/>
                  </a:cubicBezTo>
                  <a:cubicBezTo>
                    <a:pt x="103" y="1"/>
                    <a:pt x="105" y="1"/>
                    <a:pt x="105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1365215" y="2477004"/>
              <a:ext cx="131188" cy="96568"/>
            </a:xfrm>
            <a:custGeom>
              <a:avLst/>
              <a:gdLst/>
              <a:ahLst/>
              <a:cxnLst/>
              <a:rect l="l" t="t" r="r" b="b"/>
              <a:pathLst>
                <a:path w="72" h="53" extrusionOk="0">
                  <a:moveTo>
                    <a:pt x="0" y="0"/>
                  </a:moveTo>
                  <a:cubicBezTo>
                    <a:pt x="0" y="0"/>
                    <a:pt x="1" y="1"/>
                    <a:pt x="3" y="3"/>
                  </a:cubicBezTo>
                  <a:cubicBezTo>
                    <a:pt x="4" y="5"/>
                    <a:pt x="6" y="7"/>
                    <a:pt x="9" y="10"/>
                  </a:cubicBezTo>
                  <a:cubicBezTo>
                    <a:pt x="15" y="15"/>
                    <a:pt x="23" y="23"/>
                    <a:pt x="33" y="30"/>
                  </a:cubicBezTo>
                  <a:cubicBezTo>
                    <a:pt x="44" y="37"/>
                    <a:pt x="53" y="42"/>
                    <a:pt x="60" y="46"/>
                  </a:cubicBezTo>
                  <a:cubicBezTo>
                    <a:pt x="63" y="48"/>
                    <a:pt x="66" y="49"/>
                    <a:pt x="69" y="51"/>
                  </a:cubicBezTo>
                  <a:cubicBezTo>
                    <a:pt x="71" y="52"/>
                    <a:pt x="72" y="53"/>
                    <a:pt x="72" y="53"/>
                  </a:cubicBezTo>
                  <a:cubicBezTo>
                    <a:pt x="72" y="53"/>
                    <a:pt x="71" y="52"/>
                    <a:pt x="69" y="51"/>
                  </a:cubicBezTo>
                  <a:cubicBezTo>
                    <a:pt x="67" y="50"/>
                    <a:pt x="64" y="49"/>
                    <a:pt x="60" y="47"/>
                  </a:cubicBezTo>
                  <a:cubicBezTo>
                    <a:pt x="53" y="43"/>
                    <a:pt x="43" y="38"/>
                    <a:pt x="33" y="31"/>
                  </a:cubicBezTo>
                  <a:cubicBezTo>
                    <a:pt x="22" y="24"/>
                    <a:pt x="14" y="16"/>
                    <a:pt x="8" y="10"/>
                  </a:cubicBezTo>
                  <a:cubicBezTo>
                    <a:pt x="6" y="7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1414410" y="2382257"/>
              <a:ext cx="69238" cy="51017"/>
            </a:xfrm>
            <a:custGeom>
              <a:avLst/>
              <a:gdLst/>
              <a:ahLst/>
              <a:cxnLst/>
              <a:rect l="l" t="t" r="r" b="b"/>
              <a:pathLst>
                <a:path w="38" h="28" extrusionOk="0">
                  <a:moveTo>
                    <a:pt x="0" y="0"/>
                  </a:moveTo>
                  <a:cubicBezTo>
                    <a:pt x="0" y="0"/>
                    <a:pt x="2" y="3"/>
                    <a:pt x="5" y="6"/>
                  </a:cubicBezTo>
                  <a:cubicBezTo>
                    <a:pt x="8" y="9"/>
                    <a:pt x="13" y="12"/>
                    <a:pt x="18" y="16"/>
                  </a:cubicBezTo>
                  <a:cubicBezTo>
                    <a:pt x="23" y="20"/>
                    <a:pt x="29" y="23"/>
                    <a:pt x="32" y="25"/>
                  </a:cubicBezTo>
                  <a:cubicBezTo>
                    <a:pt x="36" y="27"/>
                    <a:pt x="39" y="28"/>
                    <a:pt x="38" y="28"/>
                  </a:cubicBezTo>
                  <a:cubicBezTo>
                    <a:pt x="38" y="28"/>
                    <a:pt x="28" y="25"/>
                    <a:pt x="17" y="17"/>
                  </a:cubicBezTo>
                  <a:cubicBezTo>
                    <a:pt x="12" y="13"/>
                    <a:pt x="7" y="9"/>
                    <a:pt x="4" y="6"/>
                  </a:cubicBezTo>
                  <a:cubicBezTo>
                    <a:pt x="1" y="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1301443" y="2595437"/>
              <a:ext cx="196782" cy="189493"/>
            </a:xfrm>
            <a:custGeom>
              <a:avLst/>
              <a:gdLst/>
              <a:ahLst/>
              <a:cxnLst/>
              <a:rect l="l" t="t" r="r" b="b"/>
              <a:pathLst>
                <a:path w="108" h="104" extrusionOk="0">
                  <a:moveTo>
                    <a:pt x="108" y="104"/>
                  </a:moveTo>
                  <a:lnTo>
                    <a:pt x="107" y="103"/>
                  </a:lnTo>
                  <a:cubicBezTo>
                    <a:pt x="106" y="103"/>
                    <a:pt x="104" y="102"/>
                    <a:pt x="103" y="101"/>
                  </a:cubicBezTo>
                  <a:cubicBezTo>
                    <a:pt x="100" y="100"/>
                    <a:pt x="95" y="97"/>
                    <a:pt x="89" y="93"/>
                  </a:cubicBezTo>
                  <a:cubicBezTo>
                    <a:pt x="77" y="86"/>
                    <a:pt x="62" y="74"/>
                    <a:pt x="47" y="60"/>
                  </a:cubicBezTo>
                  <a:cubicBezTo>
                    <a:pt x="32" y="45"/>
                    <a:pt x="20" y="30"/>
                    <a:pt x="12" y="19"/>
                  </a:cubicBezTo>
                  <a:cubicBezTo>
                    <a:pt x="8" y="13"/>
                    <a:pt x="5" y="8"/>
                    <a:pt x="3" y="5"/>
                  </a:cubicBezTo>
                  <a:cubicBezTo>
                    <a:pt x="2" y="4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2"/>
                    <a:pt x="3" y="3"/>
                    <a:pt x="4" y="5"/>
                  </a:cubicBezTo>
                  <a:cubicBezTo>
                    <a:pt x="6" y="8"/>
                    <a:pt x="9" y="13"/>
                    <a:pt x="13" y="18"/>
                  </a:cubicBezTo>
                  <a:cubicBezTo>
                    <a:pt x="21" y="30"/>
                    <a:pt x="33" y="44"/>
                    <a:pt x="48" y="59"/>
                  </a:cubicBezTo>
                  <a:cubicBezTo>
                    <a:pt x="63" y="73"/>
                    <a:pt x="78" y="85"/>
                    <a:pt x="90" y="92"/>
                  </a:cubicBezTo>
                  <a:cubicBezTo>
                    <a:pt x="95" y="96"/>
                    <a:pt x="100" y="99"/>
                    <a:pt x="103" y="101"/>
                  </a:cubicBezTo>
                  <a:cubicBezTo>
                    <a:pt x="105" y="102"/>
                    <a:pt x="106" y="102"/>
                    <a:pt x="107" y="103"/>
                  </a:cubicBezTo>
                  <a:cubicBezTo>
                    <a:pt x="108" y="104"/>
                    <a:pt x="108" y="104"/>
                    <a:pt x="108" y="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1168433" y="2595437"/>
              <a:ext cx="133010" cy="311570"/>
            </a:xfrm>
            <a:custGeom>
              <a:avLst/>
              <a:gdLst/>
              <a:ahLst/>
              <a:cxnLst/>
              <a:rect l="l" t="t" r="r" b="b"/>
              <a:pathLst>
                <a:path w="73" h="171" extrusionOk="0">
                  <a:moveTo>
                    <a:pt x="2" y="171"/>
                  </a:moveTo>
                  <a:cubicBezTo>
                    <a:pt x="2" y="171"/>
                    <a:pt x="1" y="168"/>
                    <a:pt x="1" y="164"/>
                  </a:cubicBezTo>
                  <a:cubicBezTo>
                    <a:pt x="0" y="159"/>
                    <a:pt x="0" y="152"/>
                    <a:pt x="0" y="143"/>
                  </a:cubicBezTo>
                  <a:cubicBezTo>
                    <a:pt x="1" y="126"/>
                    <a:pt x="7" y="102"/>
                    <a:pt x="22" y="79"/>
                  </a:cubicBezTo>
                  <a:cubicBezTo>
                    <a:pt x="36" y="57"/>
                    <a:pt x="48" y="37"/>
                    <a:pt x="58" y="23"/>
                  </a:cubicBezTo>
                  <a:cubicBezTo>
                    <a:pt x="62" y="16"/>
                    <a:pt x="66" y="10"/>
                    <a:pt x="69" y="6"/>
                  </a:cubicBezTo>
                  <a:cubicBezTo>
                    <a:pt x="72" y="2"/>
                    <a:pt x="73" y="0"/>
                    <a:pt x="73" y="0"/>
                  </a:cubicBezTo>
                  <a:cubicBezTo>
                    <a:pt x="74" y="0"/>
                    <a:pt x="72" y="2"/>
                    <a:pt x="70" y="6"/>
                  </a:cubicBezTo>
                  <a:cubicBezTo>
                    <a:pt x="67" y="11"/>
                    <a:pt x="64" y="17"/>
                    <a:pt x="60" y="24"/>
                  </a:cubicBezTo>
                  <a:cubicBezTo>
                    <a:pt x="51" y="39"/>
                    <a:pt x="38" y="59"/>
                    <a:pt x="24" y="81"/>
                  </a:cubicBezTo>
                  <a:cubicBezTo>
                    <a:pt x="10" y="103"/>
                    <a:pt x="4" y="126"/>
                    <a:pt x="2" y="143"/>
                  </a:cubicBezTo>
                  <a:cubicBezTo>
                    <a:pt x="1" y="160"/>
                    <a:pt x="2" y="171"/>
                    <a:pt x="2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1195764" y="2772175"/>
              <a:ext cx="182205" cy="182205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100" y="100"/>
                  </a:moveTo>
                  <a:cubicBezTo>
                    <a:pt x="100" y="100"/>
                    <a:pt x="91" y="100"/>
                    <a:pt x="78" y="97"/>
                  </a:cubicBezTo>
                  <a:cubicBezTo>
                    <a:pt x="64" y="93"/>
                    <a:pt x="46" y="85"/>
                    <a:pt x="31" y="70"/>
                  </a:cubicBezTo>
                  <a:cubicBezTo>
                    <a:pt x="15" y="54"/>
                    <a:pt x="7" y="36"/>
                    <a:pt x="4" y="23"/>
                  </a:cubicBezTo>
                  <a:cubicBezTo>
                    <a:pt x="0" y="9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3"/>
                    <a:pt x="1" y="4"/>
                    <a:pt x="1" y="6"/>
                  </a:cubicBezTo>
                  <a:cubicBezTo>
                    <a:pt x="2" y="10"/>
                    <a:pt x="3" y="16"/>
                    <a:pt x="5" y="22"/>
                  </a:cubicBezTo>
                  <a:cubicBezTo>
                    <a:pt x="8" y="36"/>
                    <a:pt x="17" y="54"/>
                    <a:pt x="32" y="69"/>
                  </a:cubicBezTo>
                  <a:cubicBezTo>
                    <a:pt x="47" y="84"/>
                    <a:pt x="65" y="92"/>
                    <a:pt x="78" y="96"/>
                  </a:cubicBezTo>
                  <a:cubicBezTo>
                    <a:pt x="85" y="98"/>
                    <a:pt x="90" y="99"/>
                    <a:pt x="94" y="99"/>
                  </a:cubicBezTo>
                  <a:cubicBezTo>
                    <a:pt x="96" y="100"/>
                    <a:pt x="97" y="100"/>
                    <a:pt x="98" y="100"/>
                  </a:cubicBezTo>
                  <a:cubicBezTo>
                    <a:pt x="100" y="100"/>
                    <a:pt x="100" y="100"/>
                    <a:pt x="10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1110128" y="2551707"/>
              <a:ext cx="149408" cy="187671"/>
            </a:xfrm>
            <a:custGeom>
              <a:avLst/>
              <a:gdLst/>
              <a:ahLst/>
              <a:cxnLst/>
              <a:rect l="l" t="t" r="r" b="b"/>
              <a:pathLst>
                <a:path w="82" h="103" extrusionOk="0">
                  <a:moveTo>
                    <a:pt x="82" y="0"/>
                  </a:moveTo>
                  <a:cubicBezTo>
                    <a:pt x="82" y="0"/>
                    <a:pt x="82" y="1"/>
                    <a:pt x="81" y="1"/>
                  </a:cubicBezTo>
                  <a:cubicBezTo>
                    <a:pt x="80" y="2"/>
                    <a:pt x="79" y="2"/>
                    <a:pt x="78" y="3"/>
                  </a:cubicBezTo>
                  <a:cubicBezTo>
                    <a:pt x="75" y="5"/>
                    <a:pt x="70" y="8"/>
                    <a:pt x="65" y="11"/>
                  </a:cubicBezTo>
                  <a:cubicBezTo>
                    <a:pt x="55" y="18"/>
                    <a:pt x="43" y="29"/>
                    <a:pt x="31" y="44"/>
                  </a:cubicBezTo>
                  <a:cubicBezTo>
                    <a:pt x="19" y="58"/>
                    <a:pt x="11" y="73"/>
                    <a:pt x="7" y="85"/>
                  </a:cubicBezTo>
                  <a:cubicBezTo>
                    <a:pt x="4" y="90"/>
                    <a:pt x="3" y="95"/>
                    <a:pt x="2" y="98"/>
                  </a:cubicBezTo>
                  <a:cubicBezTo>
                    <a:pt x="1" y="99"/>
                    <a:pt x="1" y="101"/>
                    <a:pt x="0" y="102"/>
                  </a:cubicBezTo>
                  <a:cubicBezTo>
                    <a:pt x="0" y="103"/>
                    <a:pt x="0" y="103"/>
                    <a:pt x="0" y="103"/>
                  </a:cubicBezTo>
                  <a:lnTo>
                    <a:pt x="0" y="102"/>
                  </a:lnTo>
                  <a:cubicBezTo>
                    <a:pt x="1" y="101"/>
                    <a:pt x="1" y="99"/>
                    <a:pt x="1" y="98"/>
                  </a:cubicBezTo>
                  <a:cubicBezTo>
                    <a:pt x="2" y="95"/>
                    <a:pt x="4" y="90"/>
                    <a:pt x="6" y="84"/>
                  </a:cubicBezTo>
                  <a:cubicBezTo>
                    <a:pt x="10" y="73"/>
                    <a:pt x="18" y="58"/>
                    <a:pt x="30" y="43"/>
                  </a:cubicBezTo>
                  <a:cubicBezTo>
                    <a:pt x="42" y="28"/>
                    <a:pt x="55" y="17"/>
                    <a:pt x="65" y="10"/>
                  </a:cubicBezTo>
                  <a:cubicBezTo>
                    <a:pt x="70" y="7"/>
                    <a:pt x="74" y="4"/>
                    <a:pt x="77" y="3"/>
                  </a:cubicBezTo>
                  <a:cubicBezTo>
                    <a:pt x="79" y="2"/>
                    <a:pt x="80" y="1"/>
                    <a:pt x="81" y="1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1053644" y="2464249"/>
              <a:ext cx="140298" cy="109323"/>
            </a:xfrm>
            <a:custGeom>
              <a:avLst/>
              <a:gdLst/>
              <a:ahLst/>
              <a:cxnLst/>
              <a:rect l="l" t="t" r="r" b="b"/>
              <a:pathLst>
                <a:path w="77" h="60" extrusionOk="0">
                  <a:moveTo>
                    <a:pt x="77" y="0"/>
                  </a:moveTo>
                  <a:cubicBezTo>
                    <a:pt x="77" y="0"/>
                    <a:pt x="75" y="1"/>
                    <a:pt x="73" y="2"/>
                  </a:cubicBezTo>
                  <a:cubicBezTo>
                    <a:pt x="71" y="2"/>
                    <a:pt x="67" y="4"/>
                    <a:pt x="63" y="5"/>
                  </a:cubicBezTo>
                  <a:cubicBezTo>
                    <a:pt x="55" y="9"/>
                    <a:pt x="43" y="14"/>
                    <a:pt x="33" y="23"/>
                  </a:cubicBezTo>
                  <a:cubicBezTo>
                    <a:pt x="22" y="31"/>
                    <a:pt x="15" y="42"/>
                    <a:pt x="9" y="49"/>
                  </a:cubicBezTo>
                  <a:cubicBezTo>
                    <a:pt x="7" y="52"/>
                    <a:pt x="4" y="55"/>
                    <a:pt x="3" y="57"/>
                  </a:cubicBezTo>
                  <a:cubicBezTo>
                    <a:pt x="1" y="59"/>
                    <a:pt x="1" y="60"/>
                    <a:pt x="0" y="60"/>
                  </a:cubicBezTo>
                  <a:cubicBezTo>
                    <a:pt x="0" y="60"/>
                    <a:pt x="0" y="59"/>
                    <a:pt x="2" y="57"/>
                  </a:cubicBezTo>
                  <a:cubicBezTo>
                    <a:pt x="3" y="55"/>
                    <a:pt x="6" y="52"/>
                    <a:pt x="9" y="48"/>
                  </a:cubicBezTo>
                  <a:cubicBezTo>
                    <a:pt x="14" y="41"/>
                    <a:pt x="22" y="31"/>
                    <a:pt x="33" y="22"/>
                  </a:cubicBezTo>
                  <a:cubicBezTo>
                    <a:pt x="43" y="13"/>
                    <a:pt x="54" y="8"/>
                    <a:pt x="63" y="4"/>
                  </a:cubicBezTo>
                  <a:cubicBezTo>
                    <a:pt x="67" y="3"/>
                    <a:pt x="70" y="1"/>
                    <a:pt x="73" y="1"/>
                  </a:cubicBezTo>
                  <a:cubicBezTo>
                    <a:pt x="75" y="0"/>
                    <a:pt x="77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369165" y="370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C37CF1A1-559B-5E6B-AB29-D9DB5C2338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65372" y="704343"/>
            <a:ext cx="6191591" cy="1030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A6733E-21F5-F458-C5D5-47441C3D0148}"/>
              </a:ext>
            </a:extLst>
          </p:cNvPr>
          <p:cNvSpPr txBox="1"/>
          <p:nvPr/>
        </p:nvSpPr>
        <p:spPr>
          <a:xfrm>
            <a:off x="2952409" y="2080332"/>
            <a:ext cx="1980001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s-UY" sz="2000" b="1" i="0" u="sng" strike="noStrike" kern="1200" cap="none" dirty="0">
                <a:ln>
                  <a:noFill/>
                </a:ln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FRONTEND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s-UY" sz="14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Mauro Lezcano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s-UY" sz="1400" b="1" i="0" u="none" strike="noStrike" kern="1200" cap="none" dirty="0" err="1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Sebastian</a:t>
            </a:r>
            <a:r>
              <a:rPr lang="es-UY" sz="14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s-UY" sz="1400" b="1" i="0" u="none" strike="noStrike" kern="1200" cap="none" dirty="0" err="1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Tournier</a:t>
            </a:r>
            <a:r>
              <a:rPr lang="es-UY" sz="14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 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s-UY" sz="14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Esteban Rata Liendo</a:t>
            </a:r>
            <a:r>
              <a:rPr lang="es-UY" sz="1050" b="0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 </a:t>
            </a:r>
          </a:p>
          <a:p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95C259-4A15-029E-56F6-8E2E1ED1EDDB}"/>
              </a:ext>
            </a:extLst>
          </p:cNvPr>
          <p:cNvSpPr txBox="1"/>
          <p:nvPr/>
        </p:nvSpPr>
        <p:spPr>
          <a:xfrm>
            <a:off x="4870010" y="2080332"/>
            <a:ext cx="1980000" cy="23259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r>
              <a:rPr lang="es-UY" sz="1800" b="1" i="0" u="sng" strike="noStrike" kern="1200" cap="none" dirty="0">
                <a:ln>
                  <a:noFill/>
                </a:ln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BACKEND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r>
              <a:rPr lang="es-UY" sz="1200" b="1" i="0" u="none" strike="noStrike" kern="1200" cap="none" dirty="0" err="1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Nestor</a:t>
            </a:r>
            <a:r>
              <a:rPr lang="es-UY" sz="12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s-UY" sz="1200" b="1" i="0" u="none" strike="noStrike" kern="1200" cap="none" dirty="0" err="1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Frones</a:t>
            </a:r>
            <a:endParaRPr lang="es-UY" sz="1200" b="1" i="0" u="none" strike="noStrike" kern="1200" cap="none" dirty="0">
              <a:ln>
                <a:noFill/>
              </a:ln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r>
              <a:rPr lang="es-UY" sz="12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Eduardo Salas Gonzáles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endParaRPr lang="es-UY" sz="1200" b="1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E8B4D2-9DBC-2F6F-00CD-BC2C9811261D}"/>
              </a:ext>
            </a:extLst>
          </p:cNvPr>
          <p:cNvSpPr txBox="1"/>
          <p:nvPr/>
        </p:nvSpPr>
        <p:spPr>
          <a:xfrm>
            <a:off x="6787611" y="2080332"/>
            <a:ext cx="1980000" cy="23259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r>
              <a:rPr lang="es-UY" sz="1800" b="1" i="0" u="sng" strike="noStrike" kern="1200" cap="none" dirty="0">
                <a:ln>
                  <a:noFill/>
                </a:ln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TESTER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b="1"/>
            </a:pPr>
            <a:r>
              <a:rPr lang="es-UY" sz="1200" b="1" i="0" u="none" strike="noStrike" kern="1200" cap="none" dirty="0">
                <a:ln>
                  <a:noFill/>
                </a:ln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Nicolas Godoy</a:t>
            </a:r>
          </a:p>
        </p:txBody>
      </p:sp>
      <p:sp>
        <p:nvSpPr>
          <p:cNvPr id="10" name="Google Shape;1114;p31">
            <a:extLst>
              <a:ext uri="{FF2B5EF4-FFF2-40B4-BE49-F238E27FC236}">
                <a16:creationId xmlns:a16="http://schemas.microsoft.com/office/drawing/2014/main" id="{C6A617CD-1CA8-AC0F-F6F2-470E350B2755}"/>
              </a:ext>
            </a:extLst>
          </p:cNvPr>
          <p:cNvSpPr/>
          <p:nvPr/>
        </p:nvSpPr>
        <p:spPr>
          <a:xfrm>
            <a:off x="3077208" y="1990881"/>
            <a:ext cx="1855201" cy="2159159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114;p31">
            <a:extLst>
              <a:ext uri="{FF2B5EF4-FFF2-40B4-BE49-F238E27FC236}">
                <a16:creationId xmlns:a16="http://schemas.microsoft.com/office/drawing/2014/main" id="{EEC51EA6-AAA1-96DD-CCEE-1E46E80F3507}"/>
              </a:ext>
            </a:extLst>
          </p:cNvPr>
          <p:cNvSpPr/>
          <p:nvPr/>
        </p:nvSpPr>
        <p:spPr>
          <a:xfrm>
            <a:off x="6787611" y="1990880"/>
            <a:ext cx="1855201" cy="2159159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114;p31">
            <a:extLst>
              <a:ext uri="{FF2B5EF4-FFF2-40B4-BE49-F238E27FC236}">
                <a16:creationId xmlns:a16="http://schemas.microsoft.com/office/drawing/2014/main" id="{93A1A6E3-C305-93A6-6976-F62D6F0FF1F2}"/>
              </a:ext>
            </a:extLst>
          </p:cNvPr>
          <p:cNvSpPr/>
          <p:nvPr/>
        </p:nvSpPr>
        <p:spPr>
          <a:xfrm>
            <a:off x="4932410" y="1971701"/>
            <a:ext cx="1855201" cy="2159159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F5E595-3D79-D7CE-AF87-273FF8D20D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958723" y="163270"/>
            <a:ext cx="2021281" cy="336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0C2DE8A-5C01-46EF-5C81-200F59CEF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41" y="869492"/>
            <a:ext cx="7629918" cy="3404516"/>
          </a:xfrm>
          <a:prstGeom prst="rect">
            <a:avLst/>
          </a:prstGeom>
          <a:solidFill>
            <a:srgbClr val="E8E9EB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3"/>
          <p:cNvSpPr/>
          <p:nvPr/>
        </p:nvSpPr>
        <p:spPr>
          <a:xfrm>
            <a:off x="713249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713249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4703987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3"/>
          <p:cNvSpPr/>
          <p:nvPr/>
        </p:nvSpPr>
        <p:spPr>
          <a:xfrm>
            <a:off x="4703987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3"/>
          <p:cNvSpPr txBox="1">
            <a:spLocks noGrp="1"/>
          </p:cNvSpPr>
          <p:nvPr>
            <p:ph type="title"/>
          </p:nvPr>
        </p:nvSpPr>
        <p:spPr>
          <a:xfrm>
            <a:off x="728727" y="135595"/>
            <a:ext cx="7704000" cy="487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3118"/>
              </a:spcBef>
              <a:spcAft>
                <a:spcPts val="992"/>
              </a:spcAft>
              <a:buNone/>
              <a:tabLst/>
            </a:pPr>
            <a:r>
              <a:rPr lang="es-UY" sz="32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¿Qué es </a:t>
            </a:r>
            <a:r>
              <a:rPr lang="es-UY" sz="3200" b="1" i="0" u="none" strike="noStrike" kern="1200" cap="none" dirty="0" err="1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ProConnect</a:t>
            </a:r>
            <a:r>
              <a:rPr lang="es-UY" sz="32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?</a:t>
            </a:r>
          </a:p>
        </p:txBody>
      </p:sp>
      <p:sp>
        <p:nvSpPr>
          <p:cNvPr id="1175" name="Google Shape;1175;p33"/>
          <p:cNvSpPr txBox="1">
            <a:spLocks noGrp="1"/>
          </p:cNvSpPr>
          <p:nvPr>
            <p:ph type="subTitle" idx="5"/>
          </p:nvPr>
        </p:nvSpPr>
        <p:spPr>
          <a:xfrm>
            <a:off x="1578448" y="1802600"/>
            <a:ext cx="3125539" cy="842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4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Plataforma digital para optimizar la búsqueda de empleo y contratación de talento</a:t>
            </a:r>
            <a:endParaRPr lang="es-AR" sz="1400" dirty="0"/>
          </a:p>
        </p:txBody>
      </p:sp>
      <p:grpSp>
        <p:nvGrpSpPr>
          <p:cNvPr id="1178" name="Google Shape;1178;p33"/>
          <p:cNvGrpSpPr/>
          <p:nvPr/>
        </p:nvGrpSpPr>
        <p:grpSpPr>
          <a:xfrm>
            <a:off x="4973974" y="3602685"/>
            <a:ext cx="340573" cy="339271"/>
            <a:chOff x="2085450" y="842250"/>
            <a:chExt cx="483700" cy="481850"/>
          </a:xfrm>
        </p:grpSpPr>
        <p:sp>
          <p:nvSpPr>
            <p:cNvPr id="1179" name="Google Shape;1179;p33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2" name="Google Shape;1182;p33"/>
          <p:cNvGrpSpPr/>
          <p:nvPr/>
        </p:nvGrpSpPr>
        <p:grpSpPr>
          <a:xfrm>
            <a:off x="4991594" y="2040380"/>
            <a:ext cx="305386" cy="338602"/>
            <a:chOff x="3300325" y="249875"/>
            <a:chExt cx="433725" cy="480900"/>
          </a:xfrm>
        </p:grpSpPr>
        <p:sp>
          <p:nvSpPr>
            <p:cNvPr id="1183" name="Google Shape;1183;p33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9" name="Google Shape;1189;p33"/>
          <p:cNvGrpSpPr/>
          <p:nvPr/>
        </p:nvGrpSpPr>
        <p:grpSpPr>
          <a:xfrm>
            <a:off x="975751" y="2040380"/>
            <a:ext cx="340573" cy="339271"/>
            <a:chOff x="898875" y="4399275"/>
            <a:chExt cx="483700" cy="481850"/>
          </a:xfrm>
        </p:grpSpPr>
        <p:sp>
          <p:nvSpPr>
            <p:cNvPr id="1190" name="Google Shape;1190;p33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03" name="Google Shape;1203;p33"/>
          <p:cNvSpPr/>
          <p:nvPr/>
        </p:nvSpPr>
        <p:spPr>
          <a:xfrm>
            <a:off x="8740528" y="2744274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75;p33">
            <a:extLst>
              <a:ext uri="{FF2B5EF4-FFF2-40B4-BE49-F238E27FC236}">
                <a16:creationId xmlns:a16="http://schemas.microsoft.com/office/drawing/2014/main" id="{4A3E60F0-B12F-7926-91D2-FA29D4380E84}"/>
              </a:ext>
            </a:extLst>
          </p:cNvPr>
          <p:cNvSpPr txBox="1">
            <a:spLocks/>
          </p:cNvSpPr>
          <p:nvPr/>
        </p:nvSpPr>
        <p:spPr>
          <a:xfrm>
            <a:off x="5563888" y="1902037"/>
            <a:ext cx="3125539" cy="84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3118"/>
              </a:spcBef>
              <a:spcAft>
                <a:spcPts val="992"/>
              </a:spcAft>
              <a:buSzPct val="45000"/>
              <a:tabLst/>
            </a:pPr>
            <a:r>
              <a:rPr lang="es-UY" sz="14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Interfaz intuitiva y herramientas avanzadas para conectar empresas con candidatos</a:t>
            </a:r>
          </a:p>
        </p:txBody>
      </p:sp>
      <p:sp>
        <p:nvSpPr>
          <p:cNvPr id="18" name="Google Shape;1175;p33">
            <a:extLst>
              <a:ext uri="{FF2B5EF4-FFF2-40B4-BE49-F238E27FC236}">
                <a16:creationId xmlns:a16="http://schemas.microsoft.com/office/drawing/2014/main" id="{A7C2AA87-BA7A-A3CB-AD04-DED7A0361C5D}"/>
              </a:ext>
            </a:extLst>
          </p:cNvPr>
          <p:cNvSpPr txBox="1">
            <a:spLocks/>
          </p:cNvSpPr>
          <p:nvPr/>
        </p:nvSpPr>
        <p:spPr>
          <a:xfrm>
            <a:off x="5574485" y="3227515"/>
            <a:ext cx="3125539" cy="84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s-UY" sz="14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Integración con redes profesionales para una mejor experiencia</a:t>
            </a:r>
            <a:endParaRPr lang="es-AR" sz="1400" dirty="0"/>
          </a:p>
        </p:txBody>
      </p:sp>
      <p:sp>
        <p:nvSpPr>
          <p:cNvPr id="19" name="Google Shape;1175;p33">
            <a:extLst>
              <a:ext uri="{FF2B5EF4-FFF2-40B4-BE49-F238E27FC236}">
                <a16:creationId xmlns:a16="http://schemas.microsoft.com/office/drawing/2014/main" id="{5C07B4AC-755F-42BB-6E4C-066FC1855C65}"/>
              </a:ext>
            </a:extLst>
          </p:cNvPr>
          <p:cNvSpPr txBox="1">
            <a:spLocks/>
          </p:cNvSpPr>
          <p:nvPr/>
        </p:nvSpPr>
        <p:spPr>
          <a:xfrm>
            <a:off x="1583747" y="3381612"/>
            <a:ext cx="3125539" cy="84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s-UY" sz="14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Procesos de selección simplificados con filtros inteligentes y alertas personalizadas</a:t>
            </a:r>
            <a:endParaRPr lang="es-AR" sz="1400" dirty="0"/>
          </a:p>
        </p:txBody>
      </p:sp>
      <p:sp>
        <p:nvSpPr>
          <p:cNvPr id="20" name="Google Shape;6318;p58">
            <a:extLst>
              <a:ext uri="{FF2B5EF4-FFF2-40B4-BE49-F238E27FC236}">
                <a16:creationId xmlns:a16="http://schemas.microsoft.com/office/drawing/2014/main" id="{A25E7D8C-3E04-32F4-FEA2-CBE1A4E07FAE}"/>
              </a:ext>
            </a:extLst>
          </p:cNvPr>
          <p:cNvSpPr/>
          <p:nvPr/>
        </p:nvSpPr>
        <p:spPr>
          <a:xfrm>
            <a:off x="984311" y="3622390"/>
            <a:ext cx="333673" cy="315824"/>
          </a:xfrm>
          <a:custGeom>
            <a:avLst/>
            <a:gdLst/>
            <a:ahLst/>
            <a:cxnLst/>
            <a:rect l="l" t="t" r="r" b="b"/>
            <a:pathLst>
              <a:path w="18956" h="17942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32"/>
          <p:cNvSpPr/>
          <p:nvPr/>
        </p:nvSpPr>
        <p:spPr>
          <a:xfrm>
            <a:off x="1507262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4139399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32"/>
          <p:cNvSpPr/>
          <p:nvPr/>
        </p:nvSpPr>
        <p:spPr>
          <a:xfrm>
            <a:off x="6771399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32"/>
          <p:cNvSpPr txBox="1">
            <a:spLocks noGrp="1"/>
          </p:cNvSpPr>
          <p:nvPr>
            <p:ph type="title"/>
          </p:nvPr>
        </p:nvSpPr>
        <p:spPr>
          <a:xfrm>
            <a:off x="726775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3118"/>
              </a:spcBef>
              <a:spcAft>
                <a:spcPts val="992"/>
              </a:spcAft>
            </a:pPr>
            <a:r>
              <a:rPr lang="es-UY" sz="3200" b="1" i="0" u="none" strike="noStrike" kern="1200" cap="none" dirty="0">
                <a:ln>
                  <a:noFill/>
                </a:ln>
                <a:latin typeface="Bahnschrift" pitchFamily="34"/>
                <a:ea typeface="Microsoft YaHei" pitchFamily="2"/>
                <a:cs typeface="Arial" pitchFamily="2"/>
              </a:rPr>
              <a:t>¿</a:t>
            </a:r>
            <a:r>
              <a:rPr lang="es-UY" sz="3200" b="1" dirty="0">
                <a:latin typeface="Bahnschrift" pitchFamily="34"/>
              </a:rPr>
              <a:t>Cual es su propósito?</a:t>
            </a:r>
          </a:p>
        </p:txBody>
      </p:sp>
      <p:sp>
        <p:nvSpPr>
          <p:cNvPr id="1145" name="Google Shape;1145;p32"/>
          <p:cNvSpPr txBox="1">
            <a:spLocks noGrp="1"/>
          </p:cNvSpPr>
          <p:nvPr>
            <p:ph type="subTitle" idx="4"/>
          </p:nvPr>
        </p:nvSpPr>
        <p:spPr>
          <a:xfrm>
            <a:off x="713225" y="2694749"/>
            <a:ext cx="2453400" cy="16728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800" b="1" dirty="0">
                <a:latin typeface="Bahnschrift" pitchFamily="34"/>
              </a:rPr>
              <a:t>Facilitar el proceso de contratación y búsqueda de empleo con tecnología avanzada</a:t>
            </a:r>
            <a:endParaRPr dirty="0"/>
          </a:p>
        </p:txBody>
      </p:sp>
      <p:sp>
        <p:nvSpPr>
          <p:cNvPr id="1160" name="Google Shape;1160;p32"/>
          <p:cNvSpPr/>
          <p:nvPr/>
        </p:nvSpPr>
        <p:spPr>
          <a:xfrm>
            <a:off x="1715413" y="1852412"/>
            <a:ext cx="459055" cy="426150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2" name="Google Shape;1145;p32">
            <a:extLst>
              <a:ext uri="{FF2B5EF4-FFF2-40B4-BE49-F238E27FC236}">
                <a16:creationId xmlns:a16="http://schemas.microsoft.com/office/drawing/2014/main" id="{02B1A621-70F9-C59D-0787-CC05F085FC85}"/>
              </a:ext>
            </a:extLst>
          </p:cNvPr>
          <p:cNvSpPr txBox="1">
            <a:spLocks/>
          </p:cNvSpPr>
          <p:nvPr/>
        </p:nvSpPr>
        <p:spPr>
          <a:xfrm>
            <a:off x="3345300" y="2901976"/>
            <a:ext cx="2453400" cy="131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 lvl="0" indent="0" rtl="0">
              <a:spcBef>
                <a:spcPts val="2268"/>
              </a:spcBef>
              <a:spcAft>
                <a:spcPts val="992"/>
              </a:spcAft>
              <a:buSzPct val="45000"/>
            </a:pPr>
            <a:r>
              <a:rPr lang="es-UY" sz="1800" b="1" dirty="0">
                <a:latin typeface="Bahnschrift" pitchFamily="34"/>
              </a:rPr>
              <a:t>Reducir tiempos y costos en los procesos de selección.</a:t>
            </a:r>
          </a:p>
        </p:txBody>
      </p:sp>
      <p:sp>
        <p:nvSpPr>
          <p:cNvPr id="13" name="Google Shape;1145;p32">
            <a:extLst>
              <a:ext uri="{FF2B5EF4-FFF2-40B4-BE49-F238E27FC236}">
                <a16:creationId xmlns:a16="http://schemas.microsoft.com/office/drawing/2014/main" id="{A833B5DF-DD6E-8DA7-46F3-529261CEB034}"/>
              </a:ext>
            </a:extLst>
          </p:cNvPr>
          <p:cNvSpPr txBox="1">
            <a:spLocks/>
          </p:cNvSpPr>
          <p:nvPr/>
        </p:nvSpPr>
        <p:spPr>
          <a:xfrm>
            <a:off x="5977375" y="2810495"/>
            <a:ext cx="2453400" cy="140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 lvl="0" indent="0" rtl="0">
              <a:spcBef>
                <a:spcPts val="2268"/>
              </a:spcBef>
              <a:spcAft>
                <a:spcPts val="992"/>
              </a:spcAft>
              <a:buSzPct val="45000"/>
            </a:pPr>
            <a:r>
              <a:rPr lang="es-UY" sz="1800" b="1" dirty="0">
                <a:latin typeface="Bahnschrift" pitchFamily="34"/>
              </a:rPr>
              <a:t>Mejorar la experiencia de empleadores y postulantes</a:t>
            </a:r>
          </a:p>
        </p:txBody>
      </p:sp>
      <p:grpSp>
        <p:nvGrpSpPr>
          <p:cNvPr id="14" name="Google Shape;7707;p61">
            <a:extLst>
              <a:ext uri="{FF2B5EF4-FFF2-40B4-BE49-F238E27FC236}">
                <a16:creationId xmlns:a16="http://schemas.microsoft.com/office/drawing/2014/main" id="{CDEC72ED-6F0A-FDD6-5465-F3ABD4C4B820}"/>
              </a:ext>
            </a:extLst>
          </p:cNvPr>
          <p:cNvGrpSpPr/>
          <p:nvPr/>
        </p:nvGrpSpPr>
        <p:grpSpPr>
          <a:xfrm>
            <a:off x="4305368" y="1826115"/>
            <a:ext cx="533261" cy="478743"/>
            <a:chOff x="-30735200" y="3910925"/>
            <a:chExt cx="292225" cy="291450"/>
          </a:xfrm>
        </p:grpSpPr>
        <p:sp>
          <p:nvSpPr>
            <p:cNvPr id="15" name="Google Shape;7708;p61">
              <a:extLst>
                <a:ext uri="{FF2B5EF4-FFF2-40B4-BE49-F238E27FC236}">
                  <a16:creationId xmlns:a16="http://schemas.microsoft.com/office/drawing/2014/main" id="{6166A38C-ED9F-F587-B371-DEC6DA372FE4}"/>
                </a:ext>
              </a:extLst>
            </p:cNvPr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709;p61">
              <a:extLst>
                <a:ext uri="{FF2B5EF4-FFF2-40B4-BE49-F238E27FC236}">
                  <a16:creationId xmlns:a16="http://schemas.microsoft.com/office/drawing/2014/main" id="{10DCE912-ADD2-E882-8772-D8707F18260B}"/>
                </a:ext>
              </a:extLst>
            </p:cNvPr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310;p62">
            <a:extLst>
              <a:ext uri="{FF2B5EF4-FFF2-40B4-BE49-F238E27FC236}">
                <a16:creationId xmlns:a16="http://schemas.microsoft.com/office/drawing/2014/main" id="{DE040598-8742-511D-A467-2F4B9793D58A}"/>
              </a:ext>
            </a:extLst>
          </p:cNvPr>
          <p:cNvGrpSpPr/>
          <p:nvPr/>
        </p:nvGrpSpPr>
        <p:grpSpPr>
          <a:xfrm>
            <a:off x="6957508" y="1852412"/>
            <a:ext cx="544925" cy="399580"/>
            <a:chOff x="-47523400" y="3973950"/>
            <a:chExt cx="300100" cy="228425"/>
          </a:xfrm>
        </p:grpSpPr>
        <p:sp>
          <p:nvSpPr>
            <p:cNvPr id="18" name="Google Shape;8311;p62">
              <a:extLst>
                <a:ext uri="{FF2B5EF4-FFF2-40B4-BE49-F238E27FC236}">
                  <a16:creationId xmlns:a16="http://schemas.microsoft.com/office/drawing/2014/main" id="{B3DF0A89-A2C3-2B22-03E5-3D637DA2FC40}"/>
                </a:ext>
              </a:extLst>
            </p:cNvPr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312;p62">
              <a:extLst>
                <a:ext uri="{FF2B5EF4-FFF2-40B4-BE49-F238E27FC236}">
                  <a16:creationId xmlns:a16="http://schemas.microsoft.com/office/drawing/2014/main" id="{014D1B7E-B2F9-0116-8636-867218DD9A19}"/>
                </a:ext>
              </a:extLst>
            </p:cNvPr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313;p62">
              <a:extLst>
                <a:ext uri="{FF2B5EF4-FFF2-40B4-BE49-F238E27FC236}">
                  <a16:creationId xmlns:a16="http://schemas.microsoft.com/office/drawing/2014/main" id="{71478502-9421-F88B-AB9B-4C49C9E048BD}"/>
                </a:ext>
              </a:extLst>
            </p:cNvPr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314;p62">
              <a:extLst>
                <a:ext uri="{FF2B5EF4-FFF2-40B4-BE49-F238E27FC236}">
                  <a16:creationId xmlns:a16="http://schemas.microsoft.com/office/drawing/2014/main" id="{0C33ABA2-1117-C737-FC2B-ECFBC5CDDD38}"/>
                </a:ext>
              </a:extLst>
            </p:cNvPr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315;p62">
              <a:extLst>
                <a:ext uri="{FF2B5EF4-FFF2-40B4-BE49-F238E27FC236}">
                  <a16:creationId xmlns:a16="http://schemas.microsoft.com/office/drawing/2014/main" id="{67CC8E19-ECB4-CB31-91B9-57097699CE89}"/>
                </a:ext>
              </a:extLst>
            </p:cNvPr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39"/>
          <p:cNvSpPr/>
          <p:nvPr/>
        </p:nvSpPr>
        <p:spPr>
          <a:xfrm>
            <a:off x="2920965" y="1287538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39"/>
          <p:cNvSpPr/>
          <p:nvPr/>
        </p:nvSpPr>
        <p:spPr>
          <a:xfrm>
            <a:off x="3737500" y="907648"/>
            <a:ext cx="1669000" cy="3327962"/>
          </a:xfrm>
          <a:custGeom>
            <a:avLst/>
            <a:gdLst/>
            <a:ahLst/>
            <a:cxnLst/>
            <a:rect l="l" t="t" r="r" b="b"/>
            <a:pathLst>
              <a:path w="1238" h="2330" extrusionOk="0">
                <a:moveTo>
                  <a:pt x="1094" y="5"/>
                </a:moveTo>
                <a:cubicBezTo>
                  <a:pt x="1094" y="5"/>
                  <a:pt x="1096" y="5"/>
                  <a:pt x="1099" y="5"/>
                </a:cubicBezTo>
                <a:cubicBezTo>
                  <a:pt x="1102" y="5"/>
                  <a:pt x="1107" y="5"/>
                  <a:pt x="1114" y="6"/>
                </a:cubicBezTo>
                <a:cubicBezTo>
                  <a:pt x="1126" y="7"/>
                  <a:pt x="1146" y="11"/>
                  <a:pt x="1167" y="23"/>
                </a:cubicBezTo>
                <a:cubicBezTo>
                  <a:pt x="1178" y="28"/>
                  <a:pt x="1189" y="36"/>
                  <a:pt x="1200" y="46"/>
                </a:cubicBezTo>
                <a:cubicBezTo>
                  <a:pt x="1210" y="57"/>
                  <a:pt x="1220" y="70"/>
                  <a:pt x="1227" y="85"/>
                </a:cubicBezTo>
                <a:cubicBezTo>
                  <a:pt x="1234" y="100"/>
                  <a:pt x="1238" y="118"/>
                  <a:pt x="1238" y="137"/>
                </a:cubicBezTo>
                <a:cubicBezTo>
                  <a:pt x="1238" y="156"/>
                  <a:pt x="1238" y="177"/>
                  <a:pt x="1238" y="198"/>
                </a:cubicBezTo>
                <a:cubicBezTo>
                  <a:pt x="1237" y="370"/>
                  <a:pt x="1236" y="618"/>
                  <a:pt x="1235" y="925"/>
                </a:cubicBezTo>
                <a:cubicBezTo>
                  <a:pt x="1233" y="1233"/>
                  <a:pt x="1232" y="1598"/>
                  <a:pt x="1230" y="2004"/>
                </a:cubicBezTo>
                <a:cubicBezTo>
                  <a:pt x="1230" y="2055"/>
                  <a:pt x="1229" y="2106"/>
                  <a:pt x="1229" y="2158"/>
                </a:cubicBezTo>
                <a:cubicBezTo>
                  <a:pt x="1229" y="2171"/>
                  <a:pt x="1229" y="2184"/>
                  <a:pt x="1229" y="2197"/>
                </a:cubicBezTo>
                <a:cubicBezTo>
                  <a:pt x="1229" y="2211"/>
                  <a:pt x="1227" y="2224"/>
                  <a:pt x="1223" y="2237"/>
                </a:cubicBezTo>
                <a:cubicBezTo>
                  <a:pt x="1219" y="2249"/>
                  <a:pt x="1212" y="2262"/>
                  <a:pt x="1204" y="2273"/>
                </a:cubicBezTo>
                <a:cubicBezTo>
                  <a:pt x="1195" y="2284"/>
                  <a:pt x="1185" y="2294"/>
                  <a:pt x="1173" y="2302"/>
                </a:cubicBezTo>
                <a:cubicBezTo>
                  <a:pt x="1162" y="2310"/>
                  <a:pt x="1148" y="2317"/>
                  <a:pt x="1134" y="2321"/>
                </a:cubicBezTo>
                <a:cubicBezTo>
                  <a:pt x="1127" y="2324"/>
                  <a:pt x="1120" y="2325"/>
                  <a:pt x="1113" y="2327"/>
                </a:cubicBezTo>
                <a:cubicBezTo>
                  <a:pt x="1105" y="2328"/>
                  <a:pt x="1098" y="2329"/>
                  <a:pt x="1090" y="2329"/>
                </a:cubicBezTo>
                <a:cubicBezTo>
                  <a:pt x="1060" y="2330"/>
                  <a:pt x="1030" y="2329"/>
                  <a:pt x="1000" y="2329"/>
                </a:cubicBezTo>
                <a:cubicBezTo>
                  <a:pt x="940" y="2329"/>
                  <a:pt x="879" y="2329"/>
                  <a:pt x="818" y="2329"/>
                </a:cubicBezTo>
                <a:cubicBezTo>
                  <a:pt x="695" y="2328"/>
                  <a:pt x="570" y="2328"/>
                  <a:pt x="443" y="2327"/>
                </a:cubicBezTo>
                <a:cubicBezTo>
                  <a:pt x="380" y="2327"/>
                  <a:pt x="316" y="2327"/>
                  <a:pt x="252" y="2326"/>
                </a:cubicBezTo>
                <a:cubicBezTo>
                  <a:pt x="220" y="2326"/>
                  <a:pt x="187" y="2326"/>
                  <a:pt x="155" y="2326"/>
                </a:cubicBezTo>
                <a:cubicBezTo>
                  <a:pt x="123" y="2327"/>
                  <a:pt x="89" y="2320"/>
                  <a:pt x="62" y="2303"/>
                </a:cubicBezTo>
                <a:cubicBezTo>
                  <a:pt x="35" y="2286"/>
                  <a:pt x="15" y="2260"/>
                  <a:pt x="5" y="2232"/>
                </a:cubicBezTo>
                <a:cubicBezTo>
                  <a:pt x="0" y="2218"/>
                  <a:pt x="0" y="2204"/>
                  <a:pt x="0" y="2189"/>
                </a:cubicBezTo>
                <a:cubicBezTo>
                  <a:pt x="1" y="2175"/>
                  <a:pt x="0" y="2160"/>
                  <a:pt x="0" y="2145"/>
                </a:cubicBezTo>
                <a:cubicBezTo>
                  <a:pt x="0" y="2087"/>
                  <a:pt x="0" y="2030"/>
                  <a:pt x="1" y="1973"/>
                </a:cubicBezTo>
                <a:cubicBezTo>
                  <a:pt x="1" y="1859"/>
                  <a:pt x="2" y="1746"/>
                  <a:pt x="2" y="1636"/>
                </a:cubicBezTo>
                <a:cubicBezTo>
                  <a:pt x="3" y="1415"/>
                  <a:pt x="4" y="1202"/>
                  <a:pt x="5" y="999"/>
                </a:cubicBezTo>
                <a:cubicBezTo>
                  <a:pt x="6" y="795"/>
                  <a:pt x="7" y="603"/>
                  <a:pt x="8" y="422"/>
                </a:cubicBezTo>
                <a:cubicBezTo>
                  <a:pt x="9" y="332"/>
                  <a:pt x="9" y="245"/>
                  <a:pt x="10" y="161"/>
                </a:cubicBezTo>
                <a:cubicBezTo>
                  <a:pt x="10" y="150"/>
                  <a:pt x="10" y="140"/>
                  <a:pt x="10" y="129"/>
                </a:cubicBezTo>
                <a:cubicBezTo>
                  <a:pt x="10" y="124"/>
                  <a:pt x="10" y="119"/>
                  <a:pt x="11" y="114"/>
                </a:cubicBezTo>
                <a:cubicBezTo>
                  <a:pt x="12" y="109"/>
                  <a:pt x="12" y="104"/>
                  <a:pt x="14" y="99"/>
                </a:cubicBezTo>
                <a:cubicBezTo>
                  <a:pt x="20" y="78"/>
                  <a:pt x="30" y="60"/>
                  <a:pt x="45" y="44"/>
                </a:cubicBezTo>
                <a:cubicBezTo>
                  <a:pt x="60" y="29"/>
                  <a:pt x="79" y="17"/>
                  <a:pt x="99" y="9"/>
                </a:cubicBezTo>
                <a:cubicBezTo>
                  <a:pt x="104" y="8"/>
                  <a:pt x="109" y="6"/>
                  <a:pt x="114" y="5"/>
                </a:cubicBezTo>
                <a:cubicBezTo>
                  <a:pt x="120" y="4"/>
                  <a:pt x="125" y="2"/>
                  <a:pt x="130" y="1"/>
                </a:cubicBezTo>
                <a:cubicBezTo>
                  <a:pt x="136" y="1"/>
                  <a:pt x="141" y="0"/>
                  <a:pt x="147" y="0"/>
                </a:cubicBezTo>
                <a:cubicBezTo>
                  <a:pt x="152" y="0"/>
                  <a:pt x="157" y="-1"/>
                  <a:pt x="163" y="0"/>
                </a:cubicBezTo>
                <a:cubicBezTo>
                  <a:pt x="205" y="0"/>
                  <a:pt x="247" y="0"/>
                  <a:pt x="287" y="0"/>
                </a:cubicBezTo>
                <a:cubicBezTo>
                  <a:pt x="308" y="0"/>
                  <a:pt x="328" y="0"/>
                  <a:pt x="348" y="0"/>
                </a:cubicBezTo>
                <a:cubicBezTo>
                  <a:pt x="357" y="0"/>
                  <a:pt x="367" y="0"/>
                  <a:pt x="377" y="0"/>
                </a:cubicBezTo>
                <a:cubicBezTo>
                  <a:pt x="387" y="0"/>
                  <a:pt x="397" y="3"/>
                  <a:pt x="405" y="8"/>
                </a:cubicBezTo>
                <a:cubicBezTo>
                  <a:pt x="413" y="13"/>
                  <a:pt x="419" y="21"/>
                  <a:pt x="422" y="29"/>
                </a:cubicBezTo>
                <a:cubicBezTo>
                  <a:pt x="425" y="38"/>
                  <a:pt x="424" y="46"/>
                  <a:pt x="424" y="55"/>
                </a:cubicBezTo>
                <a:cubicBezTo>
                  <a:pt x="424" y="59"/>
                  <a:pt x="424" y="63"/>
                  <a:pt x="424" y="67"/>
                </a:cubicBezTo>
                <a:cubicBezTo>
                  <a:pt x="424" y="72"/>
                  <a:pt x="424" y="76"/>
                  <a:pt x="425" y="80"/>
                </a:cubicBezTo>
                <a:cubicBezTo>
                  <a:pt x="426" y="88"/>
                  <a:pt x="430" y="95"/>
                  <a:pt x="436" y="101"/>
                </a:cubicBezTo>
                <a:cubicBezTo>
                  <a:pt x="442" y="107"/>
                  <a:pt x="450" y="111"/>
                  <a:pt x="458" y="113"/>
                </a:cubicBezTo>
                <a:cubicBezTo>
                  <a:pt x="462" y="114"/>
                  <a:pt x="467" y="114"/>
                  <a:pt x="471" y="114"/>
                </a:cubicBezTo>
                <a:cubicBezTo>
                  <a:pt x="476" y="114"/>
                  <a:pt x="480" y="114"/>
                  <a:pt x="484" y="114"/>
                </a:cubicBezTo>
                <a:cubicBezTo>
                  <a:pt x="502" y="114"/>
                  <a:pt x="519" y="114"/>
                  <a:pt x="536" y="114"/>
                </a:cubicBezTo>
                <a:cubicBezTo>
                  <a:pt x="604" y="114"/>
                  <a:pt x="667" y="115"/>
                  <a:pt x="725" y="115"/>
                </a:cubicBezTo>
                <a:cubicBezTo>
                  <a:pt x="754" y="115"/>
                  <a:pt x="782" y="115"/>
                  <a:pt x="808" y="115"/>
                </a:cubicBezTo>
                <a:cubicBezTo>
                  <a:pt x="815" y="115"/>
                  <a:pt x="821" y="116"/>
                  <a:pt x="828" y="115"/>
                </a:cubicBezTo>
                <a:cubicBezTo>
                  <a:pt x="834" y="115"/>
                  <a:pt x="840" y="113"/>
                  <a:pt x="845" y="110"/>
                </a:cubicBezTo>
                <a:cubicBezTo>
                  <a:pt x="856" y="104"/>
                  <a:pt x="863" y="94"/>
                  <a:pt x="865" y="84"/>
                </a:cubicBezTo>
                <a:cubicBezTo>
                  <a:pt x="867" y="78"/>
                  <a:pt x="866" y="73"/>
                  <a:pt x="866" y="68"/>
                </a:cubicBezTo>
                <a:cubicBezTo>
                  <a:pt x="866" y="63"/>
                  <a:pt x="867" y="58"/>
                  <a:pt x="867" y="52"/>
                </a:cubicBezTo>
                <a:cubicBezTo>
                  <a:pt x="867" y="47"/>
                  <a:pt x="866" y="42"/>
                  <a:pt x="867" y="37"/>
                </a:cubicBezTo>
                <a:cubicBezTo>
                  <a:pt x="869" y="33"/>
                  <a:pt x="870" y="28"/>
                  <a:pt x="873" y="24"/>
                </a:cubicBezTo>
                <a:cubicBezTo>
                  <a:pt x="878" y="15"/>
                  <a:pt x="887" y="9"/>
                  <a:pt x="896" y="6"/>
                </a:cubicBezTo>
                <a:cubicBezTo>
                  <a:pt x="906" y="2"/>
                  <a:pt x="916" y="4"/>
                  <a:pt x="925" y="3"/>
                </a:cubicBezTo>
                <a:cubicBezTo>
                  <a:pt x="961" y="4"/>
                  <a:pt x="992" y="4"/>
                  <a:pt x="1018" y="4"/>
                </a:cubicBezTo>
                <a:cubicBezTo>
                  <a:pt x="1043" y="4"/>
                  <a:pt x="1062" y="4"/>
                  <a:pt x="1075" y="4"/>
                </a:cubicBezTo>
                <a:cubicBezTo>
                  <a:pt x="1088" y="4"/>
                  <a:pt x="1094" y="5"/>
                  <a:pt x="1094" y="5"/>
                </a:cubicBezTo>
                <a:cubicBezTo>
                  <a:pt x="1094" y="5"/>
                  <a:pt x="1088" y="5"/>
                  <a:pt x="1075" y="5"/>
                </a:cubicBezTo>
                <a:cubicBezTo>
                  <a:pt x="1062" y="5"/>
                  <a:pt x="1043" y="5"/>
                  <a:pt x="1018" y="5"/>
                </a:cubicBezTo>
                <a:cubicBezTo>
                  <a:pt x="992" y="5"/>
                  <a:pt x="961" y="4"/>
                  <a:pt x="925" y="4"/>
                </a:cubicBezTo>
                <a:cubicBezTo>
                  <a:pt x="916" y="5"/>
                  <a:pt x="906" y="3"/>
                  <a:pt x="897" y="7"/>
                </a:cubicBezTo>
                <a:cubicBezTo>
                  <a:pt x="887" y="10"/>
                  <a:pt x="879" y="16"/>
                  <a:pt x="874" y="24"/>
                </a:cubicBezTo>
                <a:cubicBezTo>
                  <a:pt x="872" y="28"/>
                  <a:pt x="870" y="33"/>
                  <a:pt x="869" y="38"/>
                </a:cubicBezTo>
                <a:cubicBezTo>
                  <a:pt x="868" y="42"/>
                  <a:pt x="868" y="47"/>
                  <a:pt x="868" y="52"/>
                </a:cubicBezTo>
                <a:cubicBezTo>
                  <a:pt x="868" y="58"/>
                  <a:pt x="868" y="63"/>
                  <a:pt x="868" y="68"/>
                </a:cubicBezTo>
                <a:cubicBezTo>
                  <a:pt x="868" y="73"/>
                  <a:pt x="868" y="78"/>
                  <a:pt x="867" y="84"/>
                </a:cubicBezTo>
                <a:cubicBezTo>
                  <a:pt x="864" y="94"/>
                  <a:pt x="857" y="105"/>
                  <a:pt x="846" y="111"/>
                </a:cubicBezTo>
                <a:cubicBezTo>
                  <a:pt x="841" y="114"/>
                  <a:pt x="834" y="116"/>
                  <a:pt x="828" y="117"/>
                </a:cubicBezTo>
                <a:cubicBezTo>
                  <a:pt x="821" y="117"/>
                  <a:pt x="815" y="117"/>
                  <a:pt x="808" y="117"/>
                </a:cubicBezTo>
                <a:cubicBezTo>
                  <a:pt x="782" y="117"/>
                  <a:pt x="754" y="117"/>
                  <a:pt x="725" y="117"/>
                </a:cubicBezTo>
                <a:cubicBezTo>
                  <a:pt x="667" y="116"/>
                  <a:pt x="604" y="116"/>
                  <a:pt x="536" y="116"/>
                </a:cubicBezTo>
                <a:cubicBezTo>
                  <a:pt x="519" y="116"/>
                  <a:pt x="502" y="116"/>
                  <a:pt x="484" y="116"/>
                </a:cubicBezTo>
                <a:cubicBezTo>
                  <a:pt x="480" y="116"/>
                  <a:pt x="476" y="116"/>
                  <a:pt x="471" y="116"/>
                </a:cubicBezTo>
                <a:cubicBezTo>
                  <a:pt x="467" y="116"/>
                  <a:pt x="462" y="116"/>
                  <a:pt x="458" y="115"/>
                </a:cubicBezTo>
                <a:cubicBezTo>
                  <a:pt x="449" y="113"/>
                  <a:pt x="440" y="108"/>
                  <a:pt x="434" y="102"/>
                </a:cubicBezTo>
                <a:cubicBezTo>
                  <a:pt x="428" y="96"/>
                  <a:pt x="424" y="88"/>
                  <a:pt x="422" y="80"/>
                </a:cubicBezTo>
                <a:cubicBezTo>
                  <a:pt x="422" y="76"/>
                  <a:pt x="422" y="71"/>
                  <a:pt x="422" y="67"/>
                </a:cubicBezTo>
                <a:cubicBezTo>
                  <a:pt x="422" y="63"/>
                  <a:pt x="422" y="59"/>
                  <a:pt x="422" y="55"/>
                </a:cubicBezTo>
                <a:cubicBezTo>
                  <a:pt x="422" y="46"/>
                  <a:pt x="423" y="38"/>
                  <a:pt x="420" y="30"/>
                </a:cubicBezTo>
                <a:cubicBezTo>
                  <a:pt x="417" y="22"/>
                  <a:pt x="411" y="15"/>
                  <a:pt x="403" y="10"/>
                </a:cubicBezTo>
                <a:cubicBezTo>
                  <a:pt x="396" y="5"/>
                  <a:pt x="387" y="2"/>
                  <a:pt x="377" y="3"/>
                </a:cubicBezTo>
                <a:cubicBezTo>
                  <a:pt x="367" y="3"/>
                  <a:pt x="357" y="2"/>
                  <a:pt x="347" y="2"/>
                </a:cubicBezTo>
                <a:cubicBezTo>
                  <a:pt x="328" y="2"/>
                  <a:pt x="308" y="2"/>
                  <a:pt x="287" y="2"/>
                </a:cubicBezTo>
                <a:cubicBezTo>
                  <a:pt x="247" y="2"/>
                  <a:pt x="205" y="2"/>
                  <a:pt x="163" y="2"/>
                </a:cubicBezTo>
                <a:cubicBezTo>
                  <a:pt x="157" y="2"/>
                  <a:pt x="152" y="2"/>
                  <a:pt x="147" y="2"/>
                </a:cubicBezTo>
                <a:cubicBezTo>
                  <a:pt x="141" y="2"/>
                  <a:pt x="136" y="3"/>
                  <a:pt x="131" y="4"/>
                </a:cubicBezTo>
                <a:cubicBezTo>
                  <a:pt x="125" y="4"/>
                  <a:pt x="120" y="6"/>
                  <a:pt x="115" y="7"/>
                </a:cubicBezTo>
                <a:cubicBezTo>
                  <a:pt x="110" y="8"/>
                  <a:pt x="105" y="10"/>
                  <a:pt x="100" y="12"/>
                </a:cubicBezTo>
                <a:cubicBezTo>
                  <a:pt x="80" y="19"/>
                  <a:pt x="62" y="31"/>
                  <a:pt x="47" y="46"/>
                </a:cubicBezTo>
                <a:cubicBezTo>
                  <a:pt x="32" y="61"/>
                  <a:pt x="22" y="79"/>
                  <a:pt x="17" y="99"/>
                </a:cubicBezTo>
                <a:cubicBezTo>
                  <a:pt x="11" y="119"/>
                  <a:pt x="13" y="140"/>
                  <a:pt x="12" y="161"/>
                </a:cubicBezTo>
                <a:cubicBezTo>
                  <a:pt x="12" y="244"/>
                  <a:pt x="11" y="332"/>
                  <a:pt x="11" y="422"/>
                </a:cubicBezTo>
                <a:cubicBezTo>
                  <a:pt x="10" y="602"/>
                  <a:pt x="9" y="795"/>
                  <a:pt x="9" y="999"/>
                </a:cubicBezTo>
                <a:cubicBezTo>
                  <a:pt x="8" y="1202"/>
                  <a:pt x="7" y="1415"/>
                  <a:pt x="6" y="1636"/>
                </a:cubicBezTo>
                <a:cubicBezTo>
                  <a:pt x="5" y="1746"/>
                  <a:pt x="5" y="1859"/>
                  <a:pt x="4" y="1973"/>
                </a:cubicBezTo>
                <a:cubicBezTo>
                  <a:pt x="4" y="2030"/>
                  <a:pt x="4" y="2087"/>
                  <a:pt x="3" y="2145"/>
                </a:cubicBezTo>
                <a:cubicBezTo>
                  <a:pt x="3" y="2160"/>
                  <a:pt x="3" y="2174"/>
                  <a:pt x="3" y="2189"/>
                </a:cubicBezTo>
                <a:cubicBezTo>
                  <a:pt x="3" y="2203"/>
                  <a:pt x="4" y="2217"/>
                  <a:pt x="9" y="2231"/>
                </a:cubicBezTo>
                <a:cubicBezTo>
                  <a:pt x="18" y="2259"/>
                  <a:pt x="38" y="2284"/>
                  <a:pt x="64" y="2300"/>
                </a:cubicBezTo>
                <a:cubicBezTo>
                  <a:pt x="91" y="2317"/>
                  <a:pt x="123" y="2324"/>
                  <a:pt x="155" y="2323"/>
                </a:cubicBezTo>
                <a:cubicBezTo>
                  <a:pt x="187" y="2323"/>
                  <a:pt x="220" y="2323"/>
                  <a:pt x="252" y="2323"/>
                </a:cubicBezTo>
                <a:cubicBezTo>
                  <a:pt x="316" y="2324"/>
                  <a:pt x="380" y="2324"/>
                  <a:pt x="443" y="2324"/>
                </a:cubicBezTo>
                <a:cubicBezTo>
                  <a:pt x="570" y="2325"/>
                  <a:pt x="695" y="2325"/>
                  <a:pt x="818" y="2326"/>
                </a:cubicBezTo>
                <a:cubicBezTo>
                  <a:pt x="879" y="2326"/>
                  <a:pt x="940" y="2326"/>
                  <a:pt x="1000" y="2326"/>
                </a:cubicBezTo>
                <a:cubicBezTo>
                  <a:pt x="1030" y="2326"/>
                  <a:pt x="1060" y="2327"/>
                  <a:pt x="1090" y="2326"/>
                </a:cubicBezTo>
                <a:cubicBezTo>
                  <a:pt x="1097" y="2326"/>
                  <a:pt x="1105" y="2325"/>
                  <a:pt x="1112" y="2324"/>
                </a:cubicBezTo>
                <a:cubicBezTo>
                  <a:pt x="1119" y="2323"/>
                  <a:pt x="1126" y="2321"/>
                  <a:pt x="1133" y="2319"/>
                </a:cubicBezTo>
                <a:cubicBezTo>
                  <a:pt x="1147" y="2314"/>
                  <a:pt x="1160" y="2308"/>
                  <a:pt x="1171" y="2299"/>
                </a:cubicBezTo>
                <a:cubicBezTo>
                  <a:pt x="1183" y="2291"/>
                  <a:pt x="1193" y="2282"/>
                  <a:pt x="1201" y="2271"/>
                </a:cubicBezTo>
                <a:cubicBezTo>
                  <a:pt x="1209" y="2260"/>
                  <a:pt x="1215" y="2248"/>
                  <a:pt x="1220" y="2236"/>
                </a:cubicBezTo>
                <a:cubicBezTo>
                  <a:pt x="1228" y="2211"/>
                  <a:pt x="1225" y="2184"/>
                  <a:pt x="1226" y="2158"/>
                </a:cubicBezTo>
                <a:cubicBezTo>
                  <a:pt x="1226" y="2106"/>
                  <a:pt x="1226" y="2055"/>
                  <a:pt x="1227" y="2004"/>
                </a:cubicBezTo>
                <a:cubicBezTo>
                  <a:pt x="1229" y="1598"/>
                  <a:pt x="1231" y="1233"/>
                  <a:pt x="1232" y="925"/>
                </a:cubicBezTo>
                <a:cubicBezTo>
                  <a:pt x="1234" y="618"/>
                  <a:pt x="1235" y="370"/>
                  <a:pt x="1236" y="198"/>
                </a:cubicBezTo>
                <a:cubicBezTo>
                  <a:pt x="1236" y="177"/>
                  <a:pt x="1236" y="156"/>
                  <a:pt x="1236" y="137"/>
                </a:cubicBezTo>
                <a:cubicBezTo>
                  <a:pt x="1237" y="118"/>
                  <a:pt x="1233" y="101"/>
                  <a:pt x="1226" y="85"/>
                </a:cubicBezTo>
                <a:cubicBezTo>
                  <a:pt x="1219" y="70"/>
                  <a:pt x="1210" y="57"/>
                  <a:pt x="1199" y="47"/>
                </a:cubicBezTo>
                <a:cubicBezTo>
                  <a:pt x="1189" y="37"/>
                  <a:pt x="1178" y="29"/>
                  <a:pt x="1167" y="23"/>
                </a:cubicBezTo>
                <a:cubicBezTo>
                  <a:pt x="1146" y="11"/>
                  <a:pt x="1126" y="7"/>
                  <a:pt x="1114" y="6"/>
                </a:cubicBezTo>
                <a:cubicBezTo>
                  <a:pt x="1107" y="5"/>
                  <a:pt x="1102" y="5"/>
                  <a:pt x="1099" y="5"/>
                </a:cubicBezTo>
                <a:cubicBezTo>
                  <a:pt x="1096" y="5"/>
                  <a:pt x="1094" y="4"/>
                  <a:pt x="1094" y="4"/>
                </a:cubicBezTo>
                <a:lnTo>
                  <a:pt x="1094" y="5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9"/>
          <p:cNvSpPr txBox="1"/>
          <p:nvPr/>
        </p:nvSpPr>
        <p:spPr>
          <a:xfrm>
            <a:off x="1290918" y="525712"/>
            <a:ext cx="2256434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PROBLEMAS</a:t>
            </a:r>
            <a:endParaRPr sz="24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39"/>
          <p:cNvSpPr txBox="1"/>
          <p:nvPr/>
        </p:nvSpPr>
        <p:spPr>
          <a:xfrm>
            <a:off x="22323" y="1175786"/>
            <a:ext cx="2751111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Empresas tardan en encontrar candidatos que encajen con sus necesidades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9" name="Google Shape;1689;p39"/>
          <p:cNvSpPr/>
          <p:nvPr/>
        </p:nvSpPr>
        <p:spPr>
          <a:xfrm>
            <a:off x="3868216" y="1228791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0" name="Google Shape;1690;p39"/>
          <p:cNvPicPr preferRelativeResize="0"/>
          <p:nvPr/>
        </p:nvPicPr>
        <p:blipFill rotWithShape="1">
          <a:blip r:embed="rId3">
            <a:alphaModFix/>
          </a:blip>
          <a:srcRect l="10685" r="10685"/>
          <a:stretch/>
        </p:blipFill>
        <p:spPr>
          <a:xfrm>
            <a:off x="3868194" y="1228794"/>
            <a:ext cx="1407612" cy="268591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651;p39">
            <a:extLst>
              <a:ext uri="{FF2B5EF4-FFF2-40B4-BE49-F238E27FC236}">
                <a16:creationId xmlns:a16="http://schemas.microsoft.com/office/drawing/2014/main" id="{E35ED439-D0CC-46C6-2B75-0E5BA9BA2375}"/>
              </a:ext>
            </a:extLst>
          </p:cNvPr>
          <p:cNvSpPr txBox="1"/>
          <p:nvPr/>
        </p:nvSpPr>
        <p:spPr>
          <a:xfrm>
            <a:off x="5537194" y="525944"/>
            <a:ext cx="2334894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SOLUCIONES</a:t>
            </a:r>
          </a:p>
        </p:txBody>
      </p:sp>
      <p:sp>
        <p:nvSpPr>
          <p:cNvPr id="5" name="Google Shape;1648;p39">
            <a:extLst>
              <a:ext uri="{FF2B5EF4-FFF2-40B4-BE49-F238E27FC236}">
                <a16:creationId xmlns:a16="http://schemas.microsoft.com/office/drawing/2014/main" id="{980C2BFB-EE97-1B7C-B0E0-08668E66960F}"/>
              </a:ext>
            </a:extLst>
          </p:cNvPr>
          <p:cNvSpPr/>
          <p:nvPr/>
        </p:nvSpPr>
        <p:spPr>
          <a:xfrm>
            <a:off x="2920965" y="1937856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1657;p39">
            <a:extLst>
              <a:ext uri="{FF2B5EF4-FFF2-40B4-BE49-F238E27FC236}">
                <a16:creationId xmlns:a16="http://schemas.microsoft.com/office/drawing/2014/main" id="{596DFBF0-119E-5845-0C6A-A611E1DBE1A7}"/>
              </a:ext>
            </a:extLst>
          </p:cNvPr>
          <p:cNvSpPr txBox="1"/>
          <p:nvPr/>
        </p:nvSpPr>
        <p:spPr>
          <a:xfrm>
            <a:off x="22323" y="1826104"/>
            <a:ext cx="2751111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Métodos tradicionales de reclutamiento son costosos y poco efectivos</a:t>
            </a:r>
            <a:endParaRPr lang="es-MX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48;p39">
            <a:extLst>
              <a:ext uri="{FF2B5EF4-FFF2-40B4-BE49-F238E27FC236}">
                <a16:creationId xmlns:a16="http://schemas.microsoft.com/office/drawing/2014/main" id="{FC0FFA8A-ADE9-687D-303D-CEE2EB32AD7A}"/>
              </a:ext>
            </a:extLst>
          </p:cNvPr>
          <p:cNvSpPr/>
          <p:nvPr/>
        </p:nvSpPr>
        <p:spPr>
          <a:xfrm>
            <a:off x="2932972" y="2554215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657;p39">
            <a:extLst>
              <a:ext uri="{FF2B5EF4-FFF2-40B4-BE49-F238E27FC236}">
                <a16:creationId xmlns:a16="http://schemas.microsoft.com/office/drawing/2014/main" id="{69A56524-14AD-CCBE-082E-7736BFF998A5}"/>
              </a:ext>
            </a:extLst>
          </p:cNvPr>
          <p:cNvSpPr txBox="1"/>
          <p:nvPr/>
        </p:nvSpPr>
        <p:spPr>
          <a:xfrm>
            <a:off x="34330" y="2442463"/>
            <a:ext cx="2751111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Falta de visibilidad ante las empresas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648;p39">
            <a:extLst>
              <a:ext uri="{FF2B5EF4-FFF2-40B4-BE49-F238E27FC236}">
                <a16:creationId xmlns:a16="http://schemas.microsoft.com/office/drawing/2014/main" id="{54E60475-8110-D917-FF44-D3EA113E5542}"/>
              </a:ext>
            </a:extLst>
          </p:cNvPr>
          <p:cNvSpPr/>
          <p:nvPr/>
        </p:nvSpPr>
        <p:spPr>
          <a:xfrm>
            <a:off x="2938136" y="3167136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657;p39">
            <a:extLst>
              <a:ext uri="{FF2B5EF4-FFF2-40B4-BE49-F238E27FC236}">
                <a16:creationId xmlns:a16="http://schemas.microsoft.com/office/drawing/2014/main" id="{69F4439C-E4D0-5B9C-8EBA-930FB27BE57D}"/>
              </a:ext>
            </a:extLst>
          </p:cNvPr>
          <p:cNvSpPr txBox="1"/>
          <p:nvPr/>
        </p:nvSpPr>
        <p:spPr>
          <a:xfrm>
            <a:off x="39494" y="3055384"/>
            <a:ext cx="2751111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Aplicaciones complicadas y sin respuestas claras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648;p39">
            <a:extLst>
              <a:ext uri="{FF2B5EF4-FFF2-40B4-BE49-F238E27FC236}">
                <a16:creationId xmlns:a16="http://schemas.microsoft.com/office/drawing/2014/main" id="{04813CEE-F3A2-9B75-6C73-C11E8DA8B66B}"/>
              </a:ext>
            </a:extLst>
          </p:cNvPr>
          <p:cNvSpPr/>
          <p:nvPr/>
        </p:nvSpPr>
        <p:spPr>
          <a:xfrm>
            <a:off x="5734564" y="1280181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657;p39">
            <a:extLst>
              <a:ext uri="{FF2B5EF4-FFF2-40B4-BE49-F238E27FC236}">
                <a16:creationId xmlns:a16="http://schemas.microsoft.com/office/drawing/2014/main" id="{5765A6FE-93E6-3707-0FE8-DAAD21CFFD97}"/>
              </a:ext>
            </a:extLst>
          </p:cNvPr>
          <p:cNvSpPr txBox="1"/>
          <p:nvPr/>
        </p:nvSpPr>
        <p:spPr>
          <a:xfrm>
            <a:off x="6271207" y="1145089"/>
            <a:ext cx="2334895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Filtros avanzados: búsqueda por habilidades, experiencia, ubicación, salario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1648;p39">
            <a:extLst>
              <a:ext uri="{FF2B5EF4-FFF2-40B4-BE49-F238E27FC236}">
                <a16:creationId xmlns:a16="http://schemas.microsoft.com/office/drawing/2014/main" id="{1C89B5F1-3666-E34A-90A9-2F8C949B6A9E}"/>
              </a:ext>
            </a:extLst>
          </p:cNvPr>
          <p:cNvSpPr/>
          <p:nvPr/>
        </p:nvSpPr>
        <p:spPr>
          <a:xfrm>
            <a:off x="5749584" y="2010665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657;p39">
            <a:extLst>
              <a:ext uri="{FF2B5EF4-FFF2-40B4-BE49-F238E27FC236}">
                <a16:creationId xmlns:a16="http://schemas.microsoft.com/office/drawing/2014/main" id="{3973A5FE-F0B0-6A16-F7B7-EF37EEF52216}"/>
              </a:ext>
            </a:extLst>
          </p:cNvPr>
          <p:cNvSpPr txBox="1"/>
          <p:nvPr/>
        </p:nvSpPr>
        <p:spPr>
          <a:xfrm>
            <a:off x="6286228" y="1875573"/>
            <a:ext cx="2113238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Aplicación rápida: un solo clic para postularse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1648;p39">
            <a:extLst>
              <a:ext uri="{FF2B5EF4-FFF2-40B4-BE49-F238E27FC236}">
                <a16:creationId xmlns:a16="http://schemas.microsoft.com/office/drawing/2014/main" id="{191CCD01-4575-9DB8-E72E-574AD5EC1265}"/>
              </a:ext>
            </a:extLst>
          </p:cNvPr>
          <p:cNvSpPr/>
          <p:nvPr/>
        </p:nvSpPr>
        <p:spPr>
          <a:xfrm>
            <a:off x="5749584" y="2742509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1657;p39">
            <a:extLst>
              <a:ext uri="{FF2B5EF4-FFF2-40B4-BE49-F238E27FC236}">
                <a16:creationId xmlns:a16="http://schemas.microsoft.com/office/drawing/2014/main" id="{4AFE8E61-9D22-06CB-9B4A-28CC06A41B73}"/>
              </a:ext>
            </a:extLst>
          </p:cNvPr>
          <p:cNvSpPr txBox="1"/>
          <p:nvPr/>
        </p:nvSpPr>
        <p:spPr>
          <a:xfrm>
            <a:off x="6286227" y="2607417"/>
            <a:ext cx="2319875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Notificaciones personalizadas: alertas de nuevas oportunidades relevantes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1648;p39">
            <a:extLst>
              <a:ext uri="{FF2B5EF4-FFF2-40B4-BE49-F238E27FC236}">
                <a16:creationId xmlns:a16="http://schemas.microsoft.com/office/drawing/2014/main" id="{3A87C1E7-70CE-7D4B-A6E3-32C7088B6D60}"/>
              </a:ext>
            </a:extLst>
          </p:cNvPr>
          <p:cNvSpPr/>
          <p:nvPr/>
        </p:nvSpPr>
        <p:spPr>
          <a:xfrm>
            <a:off x="5749584" y="3450941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1657;p39">
            <a:extLst>
              <a:ext uri="{FF2B5EF4-FFF2-40B4-BE49-F238E27FC236}">
                <a16:creationId xmlns:a16="http://schemas.microsoft.com/office/drawing/2014/main" id="{4133DE47-2820-DF2A-75C8-4E96E395A5C7}"/>
              </a:ext>
            </a:extLst>
          </p:cNvPr>
          <p:cNvSpPr txBox="1"/>
          <p:nvPr/>
        </p:nvSpPr>
        <p:spPr>
          <a:xfrm>
            <a:off x="6286227" y="3417669"/>
            <a:ext cx="2113239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Integración con redes profesionales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1648;p39">
            <a:extLst>
              <a:ext uri="{FF2B5EF4-FFF2-40B4-BE49-F238E27FC236}">
                <a16:creationId xmlns:a16="http://schemas.microsoft.com/office/drawing/2014/main" id="{AF2A6BE7-413E-B029-6F88-B76BA5BE79EC}"/>
              </a:ext>
            </a:extLst>
          </p:cNvPr>
          <p:cNvSpPr/>
          <p:nvPr/>
        </p:nvSpPr>
        <p:spPr>
          <a:xfrm>
            <a:off x="2938136" y="3771105"/>
            <a:ext cx="471300" cy="4755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1657;p39">
            <a:extLst>
              <a:ext uri="{FF2B5EF4-FFF2-40B4-BE49-F238E27FC236}">
                <a16:creationId xmlns:a16="http://schemas.microsoft.com/office/drawing/2014/main" id="{91F98C35-8CC1-F864-6E41-3BE4A947C3B2}"/>
              </a:ext>
            </a:extLst>
          </p:cNvPr>
          <p:cNvSpPr txBox="1"/>
          <p:nvPr/>
        </p:nvSpPr>
        <p:spPr>
          <a:xfrm>
            <a:off x="39494" y="3659353"/>
            <a:ext cx="2751111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UY" sz="1200" dirty="0">
                <a:latin typeface="Bahnschrift" pitchFamily="34"/>
              </a:rPr>
              <a:t>Falta de filtros avanzados y personalización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" name="Google Shape;7602;p61">
            <a:extLst>
              <a:ext uri="{FF2B5EF4-FFF2-40B4-BE49-F238E27FC236}">
                <a16:creationId xmlns:a16="http://schemas.microsoft.com/office/drawing/2014/main" id="{5428A160-433D-B4A3-C636-E999FE6FBA29}"/>
              </a:ext>
            </a:extLst>
          </p:cNvPr>
          <p:cNvGrpSpPr/>
          <p:nvPr/>
        </p:nvGrpSpPr>
        <p:grpSpPr>
          <a:xfrm>
            <a:off x="3005588" y="3804740"/>
            <a:ext cx="357481" cy="356497"/>
            <a:chOff x="-31455111" y="3909350"/>
            <a:chExt cx="294611" cy="293800"/>
          </a:xfrm>
        </p:grpSpPr>
        <p:sp>
          <p:nvSpPr>
            <p:cNvPr id="4" name="Google Shape;7603;p61">
              <a:extLst>
                <a:ext uri="{FF2B5EF4-FFF2-40B4-BE49-F238E27FC236}">
                  <a16:creationId xmlns:a16="http://schemas.microsoft.com/office/drawing/2014/main" id="{E8B880BF-2A99-3B44-3446-51E45739E069}"/>
                </a:ext>
              </a:extLst>
            </p:cNvPr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04;p61">
              <a:extLst>
                <a:ext uri="{FF2B5EF4-FFF2-40B4-BE49-F238E27FC236}">
                  <a16:creationId xmlns:a16="http://schemas.microsoft.com/office/drawing/2014/main" id="{1FD3CF58-F46E-88E7-061B-10CF468143C1}"/>
                </a:ext>
              </a:extLst>
            </p:cNvPr>
            <p:cNvSpPr/>
            <p:nvPr/>
          </p:nvSpPr>
          <p:spPr>
            <a:xfrm>
              <a:off x="-31455111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6" name="Google Shape;7687;p61">
            <a:extLst>
              <a:ext uri="{FF2B5EF4-FFF2-40B4-BE49-F238E27FC236}">
                <a16:creationId xmlns:a16="http://schemas.microsoft.com/office/drawing/2014/main" id="{0E2AD4B2-23A4-3CCD-DD89-74F306A4ACF0}"/>
              </a:ext>
            </a:extLst>
          </p:cNvPr>
          <p:cNvGrpSpPr/>
          <p:nvPr/>
        </p:nvGrpSpPr>
        <p:grpSpPr>
          <a:xfrm>
            <a:off x="2644148" y="147906"/>
            <a:ext cx="677332" cy="2775533"/>
            <a:chOff x="-32568800" y="3392675"/>
            <a:chExt cx="558211" cy="2287400"/>
          </a:xfrm>
        </p:grpSpPr>
        <p:sp>
          <p:nvSpPr>
            <p:cNvPr id="47" name="Google Shape;7688;p61">
              <a:extLst>
                <a:ext uri="{FF2B5EF4-FFF2-40B4-BE49-F238E27FC236}">
                  <a16:creationId xmlns:a16="http://schemas.microsoft.com/office/drawing/2014/main" id="{E2F4A9C2-8854-E6D3-0D95-48CA14F3462D}"/>
                </a:ext>
              </a:extLst>
            </p:cNvPr>
            <p:cNvSpPr/>
            <p:nvPr/>
          </p:nvSpPr>
          <p:spPr>
            <a:xfrm>
              <a:off x="-32254764" y="5433525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7689;p61">
              <a:extLst>
                <a:ext uri="{FF2B5EF4-FFF2-40B4-BE49-F238E27FC236}">
                  <a16:creationId xmlns:a16="http://schemas.microsoft.com/office/drawing/2014/main" id="{A1CBB7C3-B583-C5CA-1DAC-A288761EE546}"/>
                </a:ext>
              </a:extLst>
            </p:cNvPr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9069;p64">
            <a:extLst>
              <a:ext uri="{FF2B5EF4-FFF2-40B4-BE49-F238E27FC236}">
                <a16:creationId xmlns:a16="http://schemas.microsoft.com/office/drawing/2014/main" id="{DA6EA407-88BE-C89B-D165-AA8C230504C8}"/>
              </a:ext>
            </a:extLst>
          </p:cNvPr>
          <p:cNvGrpSpPr/>
          <p:nvPr/>
        </p:nvGrpSpPr>
        <p:grpSpPr>
          <a:xfrm>
            <a:off x="2969222" y="1968254"/>
            <a:ext cx="423043" cy="421927"/>
            <a:chOff x="-2670575" y="3956600"/>
            <a:chExt cx="293800" cy="293025"/>
          </a:xfrm>
        </p:grpSpPr>
        <p:sp>
          <p:nvSpPr>
            <p:cNvPr id="50" name="Google Shape;9070;p64">
              <a:extLst>
                <a:ext uri="{FF2B5EF4-FFF2-40B4-BE49-F238E27FC236}">
                  <a16:creationId xmlns:a16="http://schemas.microsoft.com/office/drawing/2014/main" id="{0F9988C5-89E0-AB16-8466-4425E6E09D0B}"/>
                </a:ext>
              </a:extLst>
            </p:cNvPr>
            <p:cNvSpPr/>
            <p:nvPr/>
          </p:nvSpPr>
          <p:spPr>
            <a:xfrm>
              <a:off x="-2670575" y="3975525"/>
              <a:ext cx="116575" cy="34675"/>
            </a:xfrm>
            <a:custGeom>
              <a:avLst/>
              <a:gdLst/>
              <a:ahLst/>
              <a:cxnLst/>
              <a:rect l="l" t="t" r="r" b="b"/>
              <a:pathLst>
                <a:path w="4663" h="1387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781" y="1386"/>
                  </a:lnTo>
                  <a:cubicBezTo>
                    <a:pt x="4001" y="882"/>
                    <a:pt x="4316" y="410"/>
                    <a:pt x="4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1;p64">
              <a:extLst>
                <a:ext uri="{FF2B5EF4-FFF2-40B4-BE49-F238E27FC236}">
                  <a16:creationId xmlns:a16="http://schemas.microsoft.com/office/drawing/2014/main" id="{AD578F13-4B21-C614-A2D8-7DE87B657C00}"/>
                </a:ext>
              </a:extLst>
            </p:cNvPr>
            <p:cNvSpPr/>
            <p:nvPr/>
          </p:nvSpPr>
          <p:spPr>
            <a:xfrm>
              <a:off x="-2669800" y="4026700"/>
              <a:ext cx="170950" cy="136300"/>
            </a:xfrm>
            <a:custGeom>
              <a:avLst/>
              <a:gdLst/>
              <a:ahLst/>
              <a:cxnLst/>
              <a:rect l="l" t="t" r="r" b="b"/>
              <a:pathLst>
                <a:path w="6838" h="5452" extrusionOk="0">
                  <a:moveTo>
                    <a:pt x="1" y="1"/>
                  </a:moveTo>
                  <a:lnTo>
                    <a:pt x="1" y="5451"/>
                  </a:lnTo>
                  <a:lnTo>
                    <a:pt x="6837" y="5451"/>
                  </a:lnTo>
                  <a:lnTo>
                    <a:pt x="6837" y="5357"/>
                  </a:lnTo>
                  <a:cubicBezTo>
                    <a:pt x="6522" y="5294"/>
                    <a:pt x="6207" y="5168"/>
                    <a:pt x="5924" y="5042"/>
                  </a:cubicBezTo>
                  <a:lnTo>
                    <a:pt x="5104" y="5325"/>
                  </a:lnTo>
                  <a:cubicBezTo>
                    <a:pt x="4975" y="5368"/>
                    <a:pt x="4845" y="5389"/>
                    <a:pt x="4720" y="5389"/>
                  </a:cubicBezTo>
                  <a:cubicBezTo>
                    <a:pt x="3931" y="5389"/>
                    <a:pt x="3289" y="4597"/>
                    <a:pt x="3561" y="3781"/>
                  </a:cubicBezTo>
                  <a:lnTo>
                    <a:pt x="3844" y="2962"/>
                  </a:lnTo>
                  <a:cubicBezTo>
                    <a:pt x="3561" y="2364"/>
                    <a:pt x="3403" y="1702"/>
                    <a:pt x="3403" y="1041"/>
                  </a:cubicBezTo>
                  <a:cubicBezTo>
                    <a:pt x="3403" y="662"/>
                    <a:pt x="3466" y="316"/>
                    <a:pt x="35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72;p64">
              <a:extLst>
                <a:ext uri="{FF2B5EF4-FFF2-40B4-BE49-F238E27FC236}">
                  <a16:creationId xmlns:a16="http://schemas.microsoft.com/office/drawing/2014/main" id="{3EB9291D-B2C9-AFD8-0B34-C2C644C6889A}"/>
                </a:ext>
              </a:extLst>
            </p:cNvPr>
            <p:cNvSpPr/>
            <p:nvPr/>
          </p:nvSpPr>
          <p:spPr>
            <a:xfrm>
              <a:off x="-2669800" y="4179500"/>
              <a:ext cx="170950" cy="70125"/>
            </a:xfrm>
            <a:custGeom>
              <a:avLst/>
              <a:gdLst/>
              <a:ahLst/>
              <a:cxnLst/>
              <a:rect l="l" t="t" r="r" b="b"/>
              <a:pathLst>
                <a:path w="6838" h="2805" extrusionOk="0">
                  <a:moveTo>
                    <a:pt x="3403" y="757"/>
                  </a:moveTo>
                  <a:cubicBezTo>
                    <a:pt x="3592" y="757"/>
                    <a:pt x="3750" y="914"/>
                    <a:pt x="3750" y="1103"/>
                  </a:cubicBezTo>
                  <a:cubicBezTo>
                    <a:pt x="3750" y="1293"/>
                    <a:pt x="3592" y="1450"/>
                    <a:pt x="3403" y="1450"/>
                  </a:cubicBezTo>
                  <a:cubicBezTo>
                    <a:pt x="3214" y="1450"/>
                    <a:pt x="3057" y="1293"/>
                    <a:pt x="3057" y="1103"/>
                  </a:cubicBezTo>
                  <a:cubicBezTo>
                    <a:pt x="3057" y="914"/>
                    <a:pt x="3214" y="757"/>
                    <a:pt x="3403" y="757"/>
                  </a:cubicBezTo>
                  <a:close/>
                  <a:moveTo>
                    <a:pt x="1" y="1"/>
                  </a:moveTo>
                  <a:lnTo>
                    <a:pt x="1" y="1765"/>
                  </a:lnTo>
                  <a:cubicBezTo>
                    <a:pt x="1" y="2332"/>
                    <a:pt x="442" y="2805"/>
                    <a:pt x="1009" y="2805"/>
                  </a:cubicBezTo>
                  <a:lnTo>
                    <a:pt x="5829" y="2805"/>
                  </a:lnTo>
                  <a:cubicBezTo>
                    <a:pt x="6365" y="2805"/>
                    <a:pt x="6837" y="2332"/>
                    <a:pt x="6837" y="1765"/>
                  </a:cubicBezTo>
                  <a:lnTo>
                    <a:pt x="68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73;p64">
              <a:extLst>
                <a:ext uri="{FF2B5EF4-FFF2-40B4-BE49-F238E27FC236}">
                  <a16:creationId xmlns:a16="http://schemas.microsoft.com/office/drawing/2014/main" id="{44A425F9-D66F-ECA2-6E5E-BB3EB10E4D3A}"/>
                </a:ext>
              </a:extLst>
            </p:cNvPr>
            <p:cNvSpPr/>
            <p:nvPr/>
          </p:nvSpPr>
          <p:spPr>
            <a:xfrm>
              <a:off x="-2566625" y="3956600"/>
              <a:ext cx="189850" cy="190650"/>
            </a:xfrm>
            <a:custGeom>
              <a:avLst/>
              <a:gdLst/>
              <a:ahLst/>
              <a:cxnLst/>
              <a:rect l="l" t="t" r="r" b="b"/>
              <a:pathLst>
                <a:path w="7594" h="7626" extrusionOk="0">
                  <a:moveTo>
                    <a:pt x="3759" y="1391"/>
                  </a:moveTo>
                  <a:cubicBezTo>
                    <a:pt x="3929" y="1391"/>
                    <a:pt x="4096" y="1502"/>
                    <a:pt x="4096" y="1734"/>
                  </a:cubicBezTo>
                  <a:lnTo>
                    <a:pt x="4096" y="2175"/>
                  </a:lnTo>
                  <a:cubicBezTo>
                    <a:pt x="4254" y="2206"/>
                    <a:pt x="4349" y="2301"/>
                    <a:pt x="4475" y="2427"/>
                  </a:cubicBezTo>
                  <a:cubicBezTo>
                    <a:pt x="4716" y="2669"/>
                    <a:pt x="4494" y="3003"/>
                    <a:pt x="4235" y="3003"/>
                  </a:cubicBezTo>
                  <a:cubicBezTo>
                    <a:pt x="4157" y="3003"/>
                    <a:pt x="4075" y="2973"/>
                    <a:pt x="4002" y="2899"/>
                  </a:cubicBezTo>
                  <a:cubicBezTo>
                    <a:pt x="3926" y="2823"/>
                    <a:pt x="3839" y="2791"/>
                    <a:pt x="3756" y="2791"/>
                  </a:cubicBezTo>
                  <a:cubicBezTo>
                    <a:pt x="3493" y="2791"/>
                    <a:pt x="3266" y="3109"/>
                    <a:pt x="3529" y="3372"/>
                  </a:cubicBezTo>
                  <a:cubicBezTo>
                    <a:pt x="3624" y="3435"/>
                    <a:pt x="3687" y="3466"/>
                    <a:pt x="3781" y="3466"/>
                  </a:cubicBezTo>
                  <a:cubicBezTo>
                    <a:pt x="4317" y="3466"/>
                    <a:pt x="4790" y="3939"/>
                    <a:pt x="4790" y="4506"/>
                  </a:cubicBezTo>
                  <a:cubicBezTo>
                    <a:pt x="4790" y="4884"/>
                    <a:pt x="4569" y="5294"/>
                    <a:pt x="4128" y="5451"/>
                  </a:cubicBezTo>
                  <a:lnTo>
                    <a:pt x="4128" y="5829"/>
                  </a:lnTo>
                  <a:cubicBezTo>
                    <a:pt x="4128" y="6054"/>
                    <a:pt x="3957" y="6172"/>
                    <a:pt x="3789" y="6172"/>
                  </a:cubicBezTo>
                  <a:cubicBezTo>
                    <a:pt x="3626" y="6172"/>
                    <a:pt x="3466" y="6062"/>
                    <a:pt x="3466" y="5829"/>
                  </a:cubicBezTo>
                  <a:lnTo>
                    <a:pt x="3466" y="5451"/>
                  </a:lnTo>
                  <a:cubicBezTo>
                    <a:pt x="3309" y="5420"/>
                    <a:pt x="3183" y="5325"/>
                    <a:pt x="3057" y="5199"/>
                  </a:cubicBezTo>
                  <a:cubicBezTo>
                    <a:pt x="2815" y="4957"/>
                    <a:pt x="3037" y="4623"/>
                    <a:pt x="3296" y="4623"/>
                  </a:cubicBezTo>
                  <a:cubicBezTo>
                    <a:pt x="3374" y="4623"/>
                    <a:pt x="3456" y="4653"/>
                    <a:pt x="3529" y="4727"/>
                  </a:cubicBezTo>
                  <a:cubicBezTo>
                    <a:pt x="3603" y="4800"/>
                    <a:pt x="3684" y="4831"/>
                    <a:pt x="3763" y="4831"/>
                  </a:cubicBezTo>
                  <a:cubicBezTo>
                    <a:pt x="4022" y="4831"/>
                    <a:pt x="4244" y="4496"/>
                    <a:pt x="4002" y="4254"/>
                  </a:cubicBezTo>
                  <a:cubicBezTo>
                    <a:pt x="3939" y="4191"/>
                    <a:pt x="3844" y="4160"/>
                    <a:pt x="3781" y="4160"/>
                  </a:cubicBezTo>
                  <a:cubicBezTo>
                    <a:pt x="3214" y="4160"/>
                    <a:pt x="2742" y="3687"/>
                    <a:pt x="2742" y="3120"/>
                  </a:cubicBezTo>
                  <a:cubicBezTo>
                    <a:pt x="2742" y="2710"/>
                    <a:pt x="2994" y="2332"/>
                    <a:pt x="3403" y="2175"/>
                  </a:cubicBezTo>
                  <a:lnTo>
                    <a:pt x="3403" y="1734"/>
                  </a:lnTo>
                  <a:cubicBezTo>
                    <a:pt x="3403" y="1509"/>
                    <a:pt x="3583" y="1391"/>
                    <a:pt x="3759" y="1391"/>
                  </a:cubicBezTo>
                  <a:close/>
                  <a:moveTo>
                    <a:pt x="3781" y="1"/>
                  </a:moveTo>
                  <a:cubicBezTo>
                    <a:pt x="1734" y="1"/>
                    <a:pt x="1" y="1671"/>
                    <a:pt x="1" y="3782"/>
                  </a:cubicBezTo>
                  <a:cubicBezTo>
                    <a:pt x="1" y="4380"/>
                    <a:pt x="158" y="5010"/>
                    <a:pt x="410" y="5514"/>
                  </a:cubicBezTo>
                  <a:cubicBezTo>
                    <a:pt x="473" y="5609"/>
                    <a:pt x="473" y="5735"/>
                    <a:pt x="473" y="5798"/>
                  </a:cubicBezTo>
                  <a:lnTo>
                    <a:pt x="158" y="6774"/>
                  </a:lnTo>
                  <a:cubicBezTo>
                    <a:pt x="46" y="7141"/>
                    <a:pt x="311" y="7482"/>
                    <a:pt x="684" y="7482"/>
                  </a:cubicBezTo>
                  <a:cubicBezTo>
                    <a:pt x="728" y="7482"/>
                    <a:pt x="774" y="7478"/>
                    <a:pt x="820" y="7468"/>
                  </a:cubicBezTo>
                  <a:lnTo>
                    <a:pt x="1797" y="7121"/>
                  </a:lnTo>
                  <a:cubicBezTo>
                    <a:pt x="1831" y="7110"/>
                    <a:pt x="1866" y="7102"/>
                    <a:pt x="1900" y="7102"/>
                  </a:cubicBezTo>
                  <a:cubicBezTo>
                    <a:pt x="1960" y="7102"/>
                    <a:pt x="2020" y="7124"/>
                    <a:pt x="2080" y="7184"/>
                  </a:cubicBezTo>
                  <a:cubicBezTo>
                    <a:pt x="2584" y="7468"/>
                    <a:pt x="3214" y="7625"/>
                    <a:pt x="3813" y="7625"/>
                  </a:cubicBezTo>
                  <a:cubicBezTo>
                    <a:pt x="5892" y="7625"/>
                    <a:pt x="7594" y="5924"/>
                    <a:pt x="7594" y="3813"/>
                  </a:cubicBezTo>
                  <a:cubicBezTo>
                    <a:pt x="7499" y="1702"/>
                    <a:pt x="5861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9180;p64">
            <a:extLst>
              <a:ext uri="{FF2B5EF4-FFF2-40B4-BE49-F238E27FC236}">
                <a16:creationId xmlns:a16="http://schemas.microsoft.com/office/drawing/2014/main" id="{76868F33-88DC-E6E3-4C13-6779D8EAC207}"/>
              </a:ext>
            </a:extLst>
          </p:cNvPr>
          <p:cNvGrpSpPr/>
          <p:nvPr/>
        </p:nvGrpSpPr>
        <p:grpSpPr>
          <a:xfrm>
            <a:off x="2959067" y="3185724"/>
            <a:ext cx="420775" cy="420811"/>
            <a:chOff x="-5251625" y="3272950"/>
            <a:chExt cx="292225" cy="292250"/>
          </a:xfrm>
        </p:grpSpPr>
        <p:sp>
          <p:nvSpPr>
            <p:cNvPr id="55" name="Google Shape;9181;p64">
              <a:extLst>
                <a:ext uri="{FF2B5EF4-FFF2-40B4-BE49-F238E27FC236}">
                  <a16:creationId xmlns:a16="http://schemas.microsoft.com/office/drawing/2014/main" id="{C41FD27D-0D9F-AE2A-403E-FE05B7398654}"/>
                </a:ext>
              </a:extLst>
            </p:cNvPr>
            <p:cNvSpPr/>
            <p:nvPr/>
          </p:nvSpPr>
          <p:spPr>
            <a:xfrm>
              <a:off x="-5156325" y="3462775"/>
              <a:ext cx="33900" cy="33100"/>
            </a:xfrm>
            <a:custGeom>
              <a:avLst/>
              <a:gdLst/>
              <a:ahLst/>
              <a:cxnLst/>
              <a:rect l="l" t="t" r="r" b="b"/>
              <a:pathLst>
                <a:path w="1356" h="1324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cubicBezTo>
                    <a:pt x="1" y="1072"/>
                    <a:pt x="316" y="1324"/>
                    <a:pt x="662" y="1324"/>
                  </a:cubicBezTo>
                  <a:cubicBezTo>
                    <a:pt x="1072" y="1324"/>
                    <a:pt x="1355" y="1009"/>
                    <a:pt x="1355" y="662"/>
                  </a:cubicBezTo>
                  <a:cubicBezTo>
                    <a:pt x="1355" y="284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82;p64">
              <a:extLst>
                <a:ext uri="{FF2B5EF4-FFF2-40B4-BE49-F238E27FC236}">
                  <a16:creationId xmlns:a16="http://schemas.microsoft.com/office/drawing/2014/main" id="{6F1442E7-4750-9322-9E1E-21A7C0DF804B}"/>
                </a:ext>
              </a:extLst>
            </p:cNvPr>
            <p:cNvSpPr/>
            <p:nvPr/>
          </p:nvSpPr>
          <p:spPr>
            <a:xfrm>
              <a:off x="-5251625" y="3272950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3699" y="2764"/>
                  </a:moveTo>
                  <a:cubicBezTo>
                    <a:pt x="3958" y="2764"/>
                    <a:pt x="4180" y="3098"/>
                    <a:pt x="3939" y="3340"/>
                  </a:cubicBezTo>
                  <a:lnTo>
                    <a:pt x="3497" y="3781"/>
                  </a:lnTo>
                  <a:lnTo>
                    <a:pt x="3939" y="4191"/>
                  </a:lnTo>
                  <a:cubicBezTo>
                    <a:pt x="4180" y="4433"/>
                    <a:pt x="3958" y="4767"/>
                    <a:pt x="3699" y="4767"/>
                  </a:cubicBezTo>
                  <a:cubicBezTo>
                    <a:pt x="3621" y="4767"/>
                    <a:pt x="3539" y="4737"/>
                    <a:pt x="3466" y="4664"/>
                  </a:cubicBezTo>
                  <a:lnTo>
                    <a:pt x="3025" y="4222"/>
                  </a:lnTo>
                  <a:lnTo>
                    <a:pt x="2584" y="4664"/>
                  </a:lnTo>
                  <a:cubicBezTo>
                    <a:pt x="2515" y="4756"/>
                    <a:pt x="2432" y="4794"/>
                    <a:pt x="2352" y="4794"/>
                  </a:cubicBezTo>
                  <a:cubicBezTo>
                    <a:pt x="2103" y="4794"/>
                    <a:pt x="1873" y="4429"/>
                    <a:pt x="2111" y="4191"/>
                  </a:cubicBezTo>
                  <a:lnTo>
                    <a:pt x="2552" y="3781"/>
                  </a:lnTo>
                  <a:lnTo>
                    <a:pt x="2111" y="3340"/>
                  </a:lnTo>
                  <a:cubicBezTo>
                    <a:pt x="1869" y="3098"/>
                    <a:pt x="2092" y="2764"/>
                    <a:pt x="2351" y="2764"/>
                  </a:cubicBezTo>
                  <a:cubicBezTo>
                    <a:pt x="2429" y="2764"/>
                    <a:pt x="2511" y="2795"/>
                    <a:pt x="2584" y="2868"/>
                  </a:cubicBezTo>
                  <a:lnTo>
                    <a:pt x="3025" y="3309"/>
                  </a:lnTo>
                  <a:lnTo>
                    <a:pt x="3466" y="2868"/>
                  </a:lnTo>
                  <a:cubicBezTo>
                    <a:pt x="3539" y="2795"/>
                    <a:pt x="3621" y="2764"/>
                    <a:pt x="3699" y="2764"/>
                  </a:cubicBezTo>
                  <a:close/>
                  <a:moveTo>
                    <a:pt x="8583" y="6922"/>
                  </a:moveTo>
                  <a:cubicBezTo>
                    <a:pt x="8841" y="6922"/>
                    <a:pt x="9064" y="7257"/>
                    <a:pt x="8822" y="7499"/>
                  </a:cubicBezTo>
                  <a:lnTo>
                    <a:pt x="8381" y="7940"/>
                  </a:lnTo>
                  <a:lnTo>
                    <a:pt x="8822" y="8381"/>
                  </a:lnTo>
                  <a:cubicBezTo>
                    <a:pt x="9064" y="8623"/>
                    <a:pt x="8841" y="8958"/>
                    <a:pt x="8583" y="8958"/>
                  </a:cubicBezTo>
                  <a:cubicBezTo>
                    <a:pt x="8504" y="8958"/>
                    <a:pt x="8422" y="8927"/>
                    <a:pt x="8349" y="8854"/>
                  </a:cubicBezTo>
                  <a:lnTo>
                    <a:pt x="7908" y="8413"/>
                  </a:lnTo>
                  <a:lnTo>
                    <a:pt x="7467" y="8854"/>
                  </a:lnTo>
                  <a:cubicBezTo>
                    <a:pt x="7394" y="8927"/>
                    <a:pt x="7312" y="8958"/>
                    <a:pt x="7234" y="8958"/>
                  </a:cubicBezTo>
                  <a:cubicBezTo>
                    <a:pt x="6975" y="8958"/>
                    <a:pt x="6753" y="8623"/>
                    <a:pt x="6995" y="8381"/>
                  </a:cubicBezTo>
                  <a:lnTo>
                    <a:pt x="7436" y="7940"/>
                  </a:lnTo>
                  <a:lnTo>
                    <a:pt x="6995" y="7499"/>
                  </a:lnTo>
                  <a:cubicBezTo>
                    <a:pt x="6753" y="7257"/>
                    <a:pt x="6975" y="6922"/>
                    <a:pt x="7234" y="6922"/>
                  </a:cubicBezTo>
                  <a:cubicBezTo>
                    <a:pt x="7312" y="6922"/>
                    <a:pt x="7394" y="6953"/>
                    <a:pt x="7467" y="7026"/>
                  </a:cubicBezTo>
                  <a:lnTo>
                    <a:pt x="7908" y="7467"/>
                  </a:lnTo>
                  <a:lnTo>
                    <a:pt x="8349" y="7026"/>
                  </a:lnTo>
                  <a:cubicBezTo>
                    <a:pt x="8422" y="6953"/>
                    <a:pt x="8504" y="6922"/>
                    <a:pt x="8583" y="6922"/>
                  </a:cubicBezTo>
                  <a:close/>
                  <a:moveTo>
                    <a:pt x="7895" y="2732"/>
                  </a:moveTo>
                  <a:cubicBezTo>
                    <a:pt x="7974" y="2732"/>
                    <a:pt x="8055" y="2763"/>
                    <a:pt x="8129" y="2836"/>
                  </a:cubicBezTo>
                  <a:lnTo>
                    <a:pt x="8790" y="3498"/>
                  </a:lnTo>
                  <a:cubicBezTo>
                    <a:pt x="8916" y="3624"/>
                    <a:pt x="8916" y="3844"/>
                    <a:pt x="8790" y="3970"/>
                  </a:cubicBezTo>
                  <a:lnTo>
                    <a:pt x="8129" y="4632"/>
                  </a:lnTo>
                  <a:cubicBezTo>
                    <a:pt x="8055" y="4705"/>
                    <a:pt x="7974" y="4736"/>
                    <a:pt x="7895" y="4736"/>
                  </a:cubicBezTo>
                  <a:cubicBezTo>
                    <a:pt x="7637" y="4736"/>
                    <a:pt x="7414" y="4401"/>
                    <a:pt x="7656" y="4159"/>
                  </a:cubicBezTo>
                  <a:lnTo>
                    <a:pt x="7719" y="4096"/>
                  </a:lnTo>
                  <a:lnTo>
                    <a:pt x="7719" y="4096"/>
                  </a:lnTo>
                  <a:cubicBezTo>
                    <a:pt x="6175" y="4159"/>
                    <a:pt x="4978" y="5388"/>
                    <a:pt x="4852" y="6932"/>
                  </a:cubicBezTo>
                  <a:cubicBezTo>
                    <a:pt x="5451" y="7089"/>
                    <a:pt x="5829" y="7593"/>
                    <a:pt x="5829" y="8224"/>
                  </a:cubicBezTo>
                  <a:cubicBezTo>
                    <a:pt x="5829" y="9011"/>
                    <a:pt x="5230" y="9641"/>
                    <a:pt x="4474" y="9641"/>
                  </a:cubicBezTo>
                  <a:cubicBezTo>
                    <a:pt x="3750" y="9641"/>
                    <a:pt x="3119" y="9011"/>
                    <a:pt x="3119" y="8255"/>
                  </a:cubicBezTo>
                  <a:cubicBezTo>
                    <a:pt x="3119" y="7625"/>
                    <a:pt x="3529" y="7089"/>
                    <a:pt x="4128" y="6932"/>
                  </a:cubicBezTo>
                  <a:cubicBezTo>
                    <a:pt x="4285" y="5042"/>
                    <a:pt x="5829" y="3498"/>
                    <a:pt x="7751" y="3403"/>
                  </a:cubicBezTo>
                  <a:lnTo>
                    <a:pt x="7656" y="3309"/>
                  </a:lnTo>
                  <a:cubicBezTo>
                    <a:pt x="7414" y="3067"/>
                    <a:pt x="7637" y="2732"/>
                    <a:pt x="7895" y="2732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584"/>
                    <a:pt x="0" y="5829"/>
                  </a:cubicBezTo>
                  <a:cubicBezTo>
                    <a:pt x="0" y="9011"/>
                    <a:pt x="2615" y="11689"/>
                    <a:pt x="5829" y="11689"/>
                  </a:cubicBezTo>
                  <a:cubicBezTo>
                    <a:pt x="9011" y="11689"/>
                    <a:pt x="11689" y="9043"/>
                    <a:pt x="11689" y="5829"/>
                  </a:cubicBezTo>
                  <a:cubicBezTo>
                    <a:pt x="11657" y="5357"/>
                    <a:pt x="11563" y="4884"/>
                    <a:pt x="11500" y="4443"/>
                  </a:cubicBezTo>
                  <a:cubicBezTo>
                    <a:pt x="11248" y="4884"/>
                    <a:pt x="10838" y="5136"/>
                    <a:pt x="10303" y="5136"/>
                  </a:cubicBezTo>
                  <a:cubicBezTo>
                    <a:pt x="9578" y="5136"/>
                    <a:pt x="8948" y="4506"/>
                    <a:pt x="8948" y="3781"/>
                  </a:cubicBezTo>
                  <a:cubicBezTo>
                    <a:pt x="8948" y="3025"/>
                    <a:pt x="9578" y="2395"/>
                    <a:pt x="10303" y="2395"/>
                  </a:cubicBezTo>
                  <a:cubicBezTo>
                    <a:pt x="10397" y="2395"/>
                    <a:pt x="10523" y="2395"/>
                    <a:pt x="10586" y="2427"/>
                  </a:cubicBezTo>
                  <a:cubicBezTo>
                    <a:pt x="9483" y="883"/>
                    <a:pt x="7719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83;p64">
              <a:extLst>
                <a:ext uri="{FF2B5EF4-FFF2-40B4-BE49-F238E27FC236}">
                  <a16:creationId xmlns:a16="http://schemas.microsoft.com/office/drawing/2014/main" id="{AAE62D15-7DC3-A891-D6A5-2FD680C71371}"/>
                </a:ext>
              </a:extLst>
            </p:cNvPr>
            <p:cNvSpPr/>
            <p:nvPr/>
          </p:nvSpPr>
          <p:spPr>
            <a:xfrm>
              <a:off x="-5011400" y="3350150"/>
              <a:ext cx="33900" cy="33875"/>
            </a:xfrm>
            <a:custGeom>
              <a:avLst/>
              <a:gdLst/>
              <a:ahLst/>
              <a:cxnLst/>
              <a:rect l="l" t="t" r="r" b="b"/>
              <a:pathLst>
                <a:path w="1356" h="1355" extrusionOk="0">
                  <a:moveTo>
                    <a:pt x="662" y="0"/>
                  </a:moveTo>
                  <a:cubicBezTo>
                    <a:pt x="315" y="0"/>
                    <a:pt x="0" y="284"/>
                    <a:pt x="0" y="693"/>
                  </a:cubicBezTo>
                  <a:cubicBezTo>
                    <a:pt x="0" y="1071"/>
                    <a:pt x="315" y="1355"/>
                    <a:pt x="662" y="1355"/>
                  </a:cubicBezTo>
                  <a:cubicBezTo>
                    <a:pt x="1072" y="1355"/>
                    <a:pt x="1355" y="1040"/>
                    <a:pt x="1355" y="693"/>
                  </a:cubicBezTo>
                  <a:cubicBezTo>
                    <a:pt x="1355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9146;p64">
            <a:extLst>
              <a:ext uri="{FF2B5EF4-FFF2-40B4-BE49-F238E27FC236}">
                <a16:creationId xmlns:a16="http://schemas.microsoft.com/office/drawing/2014/main" id="{8E007C08-4819-9BAE-4F31-921FB88CFFE5}"/>
              </a:ext>
            </a:extLst>
          </p:cNvPr>
          <p:cNvGrpSpPr/>
          <p:nvPr/>
        </p:nvGrpSpPr>
        <p:grpSpPr>
          <a:xfrm>
            <a:off x="5752897" y="1314790"/>
            <a:ext cx="434634" cy="419227"/>
            <a:chOff x="-3768700" y="3253275"/>
            <a:chExt cx="301850" cy="291150"/>
          </a:xfrm>
        </p:grpSpPr>
        <p:sp>
          <p:nvSpPr>
            <p:cNvPr id="59" name="Google Shape;9147;p64">
              <a:extLst>
                <a:ext uri="{FF2B5EF4-FFF2-40B4-BE49-F238E27FC236}">
                  <a16:creationId xmlns:a16="http://schemas.microsoft.com/office/drawing/2014/main" id="{E90D62B3-DE4E-7A4A-6501-EF1179781D84}"/>
                </a:ext>
              </a:extLst>
            </p:cNvPr>
            <p:cNvSpPr/>
            <p:nvPr/>
          </p:nvSpPr>
          <p:spPr>
            <a:xfrm>
              <a:off x="-3603925" y="335565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040" y="1"/>
                  </a:moveTo>
                  <a:cubicBezTo>
                    <a:pt x="505" y="1"/>
                    <a:pt x="1" y="473"/>
                    <a:pt x="1" y="1009"/>
                  </a:cubicBezTo>
                  <a:lnTo>
                    <a:pt x="1" y="1356"/>
                  </a:lnTo>
                  <a:lnTo>
                    <a:pt x="2773" y="1356"/>
                  </a:lnTo>
                  <a:lnTo>
                    <a:pt x="2773" y="1009"/>
                  </a:lnTo>
                  <a:cubicBezTo>
                    <a:pt x="2742" y="473"/>
                    <a:pt x="2269" y="1"/>
                    <a:pt x="17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48;p64">
              <a:extLst>
                <a:ext uri="{FF2B5EF4-FFF2-40B4-BE49-F238E27FC236}">
                  <a16:creationId xmlns:a16="http://schemas.microsoft.com/office/drawing/2014/main" id="{B3C02209-2F69-2C97-7EA3-301BFA2443B0}"/>
                </a:ext>
              </a:extLst>
            </p:cNvPr>
            <p:cNvSpPr/>
            <p:nvPr/>
          </p:nvSpPr>
          <p:spPr>
            <a:xfrm>
              <a:off x="-3586600" y="3305250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3" y="0"/>
                  </a:moveTo>
                  <a:cubicBezTo>
                    <a:pt x="253" y="0"/>
                    <a:pt x="1" y="316"/>
                    <a:pt x="1" y="662"/>
                  </a:cubicBezTo>
                  <a:cubicBezTo>
                    <a:pt x="1" y="1009"/>
                    <a:pt x="316" y="1324"/>
                    <a:pt x="663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284"/>
                    <a:pt x="1009" y="0"/>
                    <a:pt x="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149;p64">
              <a:extLst>
                <a:ext uri="{FF2B5EF4-FFF2-40B4-BE49-F238E27FC236}">
                  <a16:creationId xmlns:a16="http://schemas.microsoft.com/office/drawing/2014/main" id="{49195811-419E-7EFF-4BDF-7E1AE7E8C703}"/>
                </a:ext>
              </a:extLst>
            </p:cNvPr>
            <p:cNvSpPr/>
            <p:nvPr/>
          </p:nvSpPr>
          <p:spPr>
            <a:xfrm>
              <a:off x="-3768700" y="3253275"/>
              <a:ext cx="301850" cy="291150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7947" y="1323"/>
                  </a:moveTo>
                  <a:cubicBezTo>
                    <a:pt x="8703" y="1323"/>
                    <a:pt x="9333" y="1953"/>
                    <a:pt x="9333" y="2710"/>
                  </a:cubicBezTo>
                  <a:cubicBezTo>
                    <a:pt x="9333" y="3025"/>
                    <a:pt x="9207" y="3340"/>
                    <a:pt x="9018" y="3560"/>
                  </a:cubicBezTo>
                  <a:cubicBezTo>
                    <a:pt x="9585" y="3844"/>
                    <a:pt x="9994" y="4442"/>
                    <a:pt x="9994" y="5104"/>
                  </a:cubicBezTo>
                  <a:lnTo>
                    <a:pt x="9994" y="5766"/>
                  </a:lnTo>
                  <a:lnTo>
                    <a:pt x="10026" y="5766"/>
                  </a:lnTo>
                  <a:cubicBezTo>
                    <a:pt x="10026" y="5955"/>
                    <a:pt x="9868" y="6112"/>
                    <a:pt x="9679" y="6112"/>
                  </a:cubicBezTo>
                  <a:lnTo>
                    <a:pt x="6245" y="6112"/>
                  </a:lnTo>
                  <a:cubicBezTo>
                    <a:pt x="6056" y="6112"/>
                    <a:pt x="5899" y="5955"/>
                    <a:pt x="5899" y="5766"/>
                  </a:cubicBezTo>
                  <a:lnTo>
                    <a:pt x="5899" y="5104"/>
                  </a:lnTo>
                  <a:cubicBezTo>
                    <a:pt x="5899" y="4442"/>
                    <a:pt x="6308" y="3844"/>
                    <a:pt x="6875" y="3560"/>
                  </a:cubicBezTo>
                  <a:cubicBezTo>
                    <a:pt x="6686" y="3340"/>
                    <a:pt x="6560" y="3056"/>
                    <a:pt x="6560" y="2710"/>
                  </a:cubicBezTo>
                  <a:cubicBezTo>
                    <a:pt x="6560" y="1953"/>
                    <a:pt x="7190" y="1323"/>
                    <a:pt x="7947" y="1323"/>
                  </a:cubicBezTo>
                  <a:close/>
                  <a:moveTo>
                    <a:pt x="7947" y="0"/>
                  </a:moveTo>
                  <a:cubicBezTo>
                    <a:pt x="5647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8" y="6711"/>
                  </a:cubicBezTo>
                  <a:lnTo>
                    <a:pt x="4134" y="7435"/>
                  </a:lnTo>
                  <a:cubicBezTo>
                    <a:pt x="3981" y="7364"/>
                    <a:pt x="3823" y="7329"/>
                    <a:pt x="3669" y="7329"/>
                  </a:cubicBezTo>
                  <a:cubicBezTo>
                    <a:pt x="3412" y="7329"/>
                    <a:pt x="3166" y="7427"/>
                    <a:pt x="2969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09" y="11645"/>
                  </a:cubicBezTo>
                  <a:cubicBezTo>
                    <a:pt x="1739" y="11645"/>
                    <a:pt x="1975" y="11555"/>
                    <a:pt x="2181" y="11342"/>
                  </a:cubicBezTo>
                  <a:lnTo>
                    <a:pt x="4449" y="9074"/>
                  </a:lnTo>
                  <a:cubicBezTo>
                    <a:pt x="4765" y="8759"/>
                    <a:pt x="4796" y="8286"/>
                    <a:pt x="4638" y="7939"/>
                  </a:cubicBezTo>
                  <a:lnTo>
                    <a:pt x="5332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4" y="6364"/>
                    <a:pt x="12074" y="4127"/>
                  </a:cubicBezTo>
                  <a:cubicBezTo>
                    <a:pt x="12074" y="1796"/>
                    <a:pt x="10215" y="0"/>
                    <a:pt x="79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7707;p61">
            <a:extLst>
              <a:ext uri="{FF2B5EF4-FFF2-40B4-BE49-F238E27FC236}">
                <a16:creationId xmlns:a16="http://schemas.microsoft.com/office/drawing/2014/main" id="{E877C82E-E68A-756F-B147-BEB462CF918F}"/>
              </a:ext>
            </a:extLst>
          </p:cNvPr>
          <p:cNvGrpSpPr/>
          <p:nvPr/>
        </p:nvGrpSpPr>
        <p:grpSpPr>
          <a:xfrm>
            <a:off x="2985762" y="1354939"/>
            <a:ext cx="354586" cy="353645"/>
            <a:chOff x="-30735200" y="3910925"/>
            <a:chExt cx="292225" cy="291450"/>
          </a:xfrm>
        </p:grpSpPr>
        <p:sp>
          <p:nvSpPr>
            <p:cNvPr id="63" name="Google Shape;7708;p61">
              <a:extLst>
                <a:ext uri="{FF2B5EF4-FFF2-40B4-BE49-F238E27FC236}">
                  <a16:creationId xmlns:a16="http://schemas.microsoft.com/office/drawing/2014/main" id="{0C881DA6-CB1C-7565-742F-CD7DD5A1907F}"/>
                </a:ext>
              </a:extLst>
            </p:cNvPr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709;p61">
              <a:extLst>
                <a:ext uri="{FF2B5EF4-FFF2-40B4-BE49-F238E27FC236}">
                  <a16:creationId xmlns:a16="http://schemas.microsoft.com/office/drawing/2014/main" id="{6500AD72-91C1-330F-42A8-E1C936B9B549}"/>
                </a:ext>
              </a:extLst>
            </p:cNvPr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7395;p60">
            <a:extLst>
              <a:ext uri="{FF2B5EF4-FFF2-40B4-BE49-F238E27FC236}">
                <a16:creationId xmlns:a16="http://schemas.microsoft.com/office/drawing/2014/main" id="{E210269F-9B7A-10F1-26B8-FFE8D68617A2}"/>
              </a:ext>
            </a:extLst>
          </p:cNvPr>
          <p:cNvGrpSpPr/>
          <p:nvPr/>
        </p:nvGrpSpPr>
        <p:grpSpPr>
          <a:xfrm>
            <a:off x="5830225" y="2788988"/>
            <a:ext cx="350079" cy="349133"/>
            <a:chOff x="2037825" y="3981825"/>
            <a:chExt cx="296175" cy="295375"/>
          </a:xfrm>
        </p:grpSpPr>
        <p:sp>
          <p:nvSpPr>
            <p:cNvPr id="1602" name="Google Shape;7396;p60">
              <a:extLst>
                <a:ext uri="{FF2B5EF4-FFF2-40B4-BE49-F238E27FC236}">
                  <a16:creationId xmlns:a16="http://schemas.microsoft.com/office/drawing/2014/main" id="{E07D65A3-E001-5642-D0AD-80A87BB0B9D0}"/>
                </a:ext>
              </a:extLst>
            </p:cNvPr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397;p60">
              <a:extLst>
                <a:ext uri="{FF2B5EF4-FFF2-40B4-BE49-F238E27FC236}">
                  <a16:creationId xmlns:a16="http://schemas.microsoft.com/office/drawing/2014/main" id="{08AA67CB-A875-E633-CF2F-AFFE976ABB93}"/>
                </a:ext>
              </a:extLst>
            </p:cNvPr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398;p60">
              <a:extLst>
                <a:ext uri="{FF2B5EF4-FFF2-40B4-BE49-F238E27FC236}">
                  <a16:creationId xmlns:a16="http://schemas.microsoft.com/office/drawing/2014/main" id="{70139085-F1FC-2303-913D-2F08A44ED5D1}"/>
                </a:ext>
              </a:extLst>
            </p:cNvPr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5" name="Google Shape;7543;p61">
            <a:extLst>
              <a:ext uri="{FF2B5EF4-FFF2-40B4-BE49-F238E27FC236}">
                <a16:creationId xmlns:a16="http://schemas.microsoft.com/office/drawing/2014/main" id="{98B937AC-608A-5ECF-BB1B-3E38738DEF48}"/>
              </a:ext>
            </a:extLst>
          </p:cNvPr>
          <p:cNvGrpSpPr/>
          <p:nvPr/>
        </p:nvGrpSpPr>
        <p:grpSpPr>
          <a:xfrm>
            <a:off x="5807902" y="3510911"/>
            <a:ext cx="353645" cy="355557"/>
            <a:chOff x="-31811100" y="3550975"/>
            <a:chExt cx="291450" cy="293025"/>
          </a:xfrm>
        </p:grpSpPr>
        <p:sp>
          <p:nvSpPr>
            <p:cNvPr id="1606" name="Google Shape;7544;p61">
              <a:extLst>
                <a:ext uri="{FF2B5EF4-FFF2-40B4-BE49-F238E27FC236}">
                  <a16:creationId xmlns:a16="http://schemas.microsoft.com/office/drawing/2014/main" id="{5C29F100-09B9-C4A1-0B57-053B0898286F}"/>
                </a:ext>
              </a:extLst>
            </p:cNvPr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545;p61">
              <a:extLst>
                <a:ext uri="{FF2B5EF4-FFF2-40B4-BE49-F238E27FC236}">
                  <a16:creationId xmlns:a16="http://schemas.microsoft.com/office/drawing/2014/main" id="{759FF143-8215-1AE9-00E3-A1A822A64990}"/>
                </a:ext>
              </a:extLst>
            </p:cNvPr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546;p61">
              <a:extLst>
                <a:ext uri="{FF2B5EF4-FFF2-40B4-BE49-F238E27FC236}">
                  <a16:creationId xmlns:a16="http://schemas.microsoft.com/office/drawing/2014/main" id="{A23BCF9A-7E1C-2A80-53DB-9368930F1C9D}"/>
                </a:ext>
              </a:extLst>
            </p:cNvPr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547;p61">
              <a:extLst>
                <a:ext uri="{FF2B5EF4-FFF2-40B4-BE49-F238E27FC236}">
                  <a16:creationId xmlns:a16="http://schemas.microsoft.com/office/drawing/2014/main" id="{A7FD2C26-3ACE-99ED-A146-1E17625D6A7A}"/>
                </a:ext>
              </a:extLst>
            </p:cNvPr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548;p61">
              <a:extLst>
                <a:ext uri="{FF2B5EF4-FFF2-40B4-BE49-F238E27FC236}">
                  <a16:creationId xmlns:a16="http://schemas.microsoft.com/office/drawing/2014/main" id="{C52E59E6-3F03-31C3-855B-9301497FF8E4}"/>
                </a:ext>
              </a:extLst>
            </p:cNvPr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549;p61">
              <a:extLst>
                <a:ext uri="{FF2B5EF4-FFF2-40B4-BE49-F238E27FC236}">
                  <a16:creationId xmlns:a16="http://schemas.microsoft.com/office/drawing/2014/main" id="{65481002-0F17-B516-D6FE-1AA5B7720EDF}"/>
                </a:ext>
              </a:extLst>
            </p:cNvPr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550;p61">
              <a:extLst>
                <a:ext uri="{FF2B5EF4-FFF2-40B4-BE49-F238E27FC236}">
                  <a16:creationId xmlns:a16="http://schemas.microsoft.com/office/drawing/2014/main" id="{E9AF70EB-418A-5C25-DFDF-D505D528E5BF}"/>
                </a:ext>
              </a:extLst>
            </p:cNvPr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3" name="Google Shape;6988;p60">
            <a:extLst>
              <a:ext uri="{FF2B5EF4-FFF2-40B4-BE49-F238E27FC236}">
                <a16:creationId xmlns:a16="http://schemas.microsoft.com/office/drawing/2014/main" id="{D9E3E252-3E6F-7994-6977-B689258B86F5}"/>
              </a:ext>
            </a:extLst>
          </p:cNvPr>
          <p:cNvSpPr/>
          <p:nvPr/>
        </p:nvSpPr>
        <p:spPr>
          <a:xfrm>
            <a:off x="5801603" y="2075065"/>
            <a:ext cx="367261" cy="36543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Collaboration App Pitck Deck by Slidesgo">
  <a:themeElements>
    <a:clrScheme name="Simple Light">
      <a:dk1>
        <a:srgbClr val="263238"/>
      </a:dk1>
      <a:lt1>
        <a:srgbClr val="FFFFFF"/>
      </a:lt1>
      <a:dk2>
        <a:srgbClr val="EC442C"/>
      </a:dk2>
      <a:lt2>
        <a:srgbClr val="455A64"/>
      </a:lt2>
      <a:accent1>
        <a:srgbClr val="BBBBBB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170</Words>
  <Application>Microsoft Office PowerPoint</Application>
  <PresentationFormat>Presentación en pantalla (16:9)</PresentationFormat>
  <Paragraphs>31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Roboto Medium</vt:lpstr>
      <vt:lpstr>Arial</vt:lpstr>
      <vt:lpstr>Bahnschrift</vt:lpstr>
      <vt:lpstr>Liberation Sans</vt:lpstr>
      <vt:lpstr>Roboto</vt:lpstr>
      <vt:lpstr>Team Collaboration App Pitck Deck by Slidesgo</vt:lpstr>
      <vt:lpstr>Presentación de PowerPoint</vt:lpstr>
      <vt:lpstr>Presentación de PowerPoint</vt:lpstr>
      <vt:lpstr>¿Qué es ProConnect?</vt:lpstr>
      <vt:lpstr>¿Cual es su propósito?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esteban bros</cp:lastModifiedBy>
  <cp:revision>4</cp:revision>
  <dcterms:modified xsi:type="dcterms:W3CDTF">2025-02-07T18:21:47Z</dcterms:modified>
</cp:coreProperties>
</file>